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6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hyperlink" Target="resources/Screenshot%202025-12-29%20162924.png" TargetMode="External"/><Relationship Id="rId2" Type="http://schemas.openxmlformats.org/officeDocument/2006/relationships/hyperlink" Target="resources/Screenshot%202025-12-29%20162830.png" TargetMode="External"/><Relationship Id="rId1" Type="http://schemas.openxmlformats.org/officeDocument/2006/relationships/hyperlink" Target="resources/Screenshot%202025-12-29%20162613.png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hyperlink" Target="resources/Screenshot%202025-12-29%20162924.png" TargetMode="External"/><Relationship Id="rId2" Type="http://schemas.openxmlformats.org/officeDocument/2006/relationships/hyperlink" Target="resources/Screenshot%202025-12-29%20162830.png" TargetMode="External"/><Relationship Id="rId1" Type="http://schemas.openxmlformats.org/officeDocument/2006/relationships/hyperlink" Target="resources/Screenshot%202025-12-29%20162613.png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C04C3E-4304-4751-8691-5F6AA7374BFE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502E128-FF39-4E18-B5BA-2D3E0BA1E322}">
      <dgm:prSet/>
      <dgm:spPr/>
      <dgm:t>
        <a:bodyPr/>
        <a:lstStyle/>
        <a:p>
          <a:r>
            <a:rPr lang="ro-RO"/>
            <a:t>Export PDF Profesional: Generat prin QPrinter și QPainter, incluzând statistici sintetice și antet formatat.</a:t>
          </a:r>
          <a:endParaRPr lang="en-US"/>
        </a:p>
      </dgm:t>
    </dgm:pt>
    <dgm:pt modelId="{4E80FF93-5E4E-4E1E-9611-F70F596CD642}" type="parTrans" cxnId="{42834E31-308F-4A4A-8456-D29E12DF7C46}">
      <dgm:prSet/>
      <dgm:spPr/>
      <dgm:t>
        <a:bodyPr/>
        <a:lstStyle/>
        <a:p>
          <a:endParaRPr lang="en-US"/>
        </a:p>
      </dgm:t>
    </dgm:pt>
    <dgm:pt modelId="{84DF038D-887A-4AD0-846F-213AD9DAB53A}" type="sibTrans" cxnId="{42834E31-308F-4A4A-8456-D29E12DF7C46}">
      <dgm:prSet/>
      <dgm:spPr/>
      <dgm:t>
        <a:bodyPr/>
        <a:lstStyle/>
        <a:p>
          <a:endParaRPr lang="en-US"/>
        </a:p>
      </dgm:t>
    </dgm:pt>
    <dgm:pt modelId="{4B4C3B18-832E-49E7-AACB-5DF3ABFB548A}">
      <dgm:prSet/>
      <dgm:spPr/>
      <dgm:t>
        <a:bodyPr/>
        <a:lstStyle/>
        <a:p>
          <a:r>
            <a:rPr lang="ro-RO"/>
            <a:t>Statistici: Temperatură medie, minime/maxime și total precipitații.</a:t>
          </a:r>
          <a:endParaRPr lang="en-US"/>
        </a:p>
      </dgm:t>
    </dgm:pt>
    <dgm:pt modelId="{303937AD-869D-460D-A738-B9786F53EDB7}" type="parTrans" cxnId="{6F9E4957-6A7B-4350-B96D-B212A2C92E04}">
      <dgm:prSet/>
      <dgm:spPr/>
      <dgm:t>
        <a:bodyPr/>
        <a:lstStyle/>
        <a:p>
          <a:endParaRPr lang="en-US"/>
        </a:p>
      </dgm:t>
    </dgm:pt>
    <dgm:pt modelId="{4BBB2A5A-73C9-4684-95EE-B3E9254F0F2C}" type="sibTrans" cxnId="{6F9E4957-6A7B-4350-B96D-B212A2C92E04}">
      <dgm:prSet/>
      <dgm:spPr/>
      <dgm:t>
        <a:bodyPr/>
        <a:lstStyle/>
        <a:p>
          <a:endParaRPr lang="en-US"/>
        </a:p>
      </dgm:t>
    </dgm:pt>
    <dgm:pt modelId="{A2DF7FE1-F158-4A4B-9145-6178CBA900BE}">
      <dgm:prSet/>
      <dgm:spPr/>
      <dgm:t>
        <a:bodyPr/>
        <a:lstStyle/>
        <a:p>
          <a:r>
            <a:rPr lang="ro-RO"/>
            <a:t>Format CSV: Exportul datelor brute pentru prelucrări externe.</a:t>
          </a:r>
          <a:endParaRPr lang="en-US"/>
        </a:p>
      </dgm:t>
    </dgm:pt>
    <dgm:pt modelId="{AC17DEC6-B13A-4E28-BE60-F307CFB06D1B}" type="parTrans" cxnId="{D0576792-308C-4EA0-A95C-39BE4167C7F1}">
      <dgm:prSet/>
      <dgm:spPr/>
      <dgm:t>
        <a:bodyPr/>
        <a:lstStyle/>
        <a:p>
          <a:endParaRPr lang="en-US"/>
        </a:p>
      </dgm:t>
    </dgm:pt>
    <dgm:pt modelId="{D96FDAF4-0E81-4FDC-A519-0FED667432CC}" type="sibTrans" cxnId="{D0576792-308C-4EA0-A95C-39BE4167C7F1}">
      <dgm:prSet/>
      <dgm:spPr/>
      <dgm:t>
        <a:bodyPr/>
        <a:lstStyle/>
        <a:p>
          <a:endParaRPr lang="en-US"/>
        </a:p>
      </dgm:t>
    </dgm:pt>
    <dgm:pt modelId="{17C67DC5-ABAB-4A2A-817A-E89DC4FDDD79}" type="pres">
      <dgm:prSet presAssocID="{2FC04C3E-4304-4751-8691-5F6AA7374BFE}" presName="linear" presStyleCnt="0">
        <dgm:presLayoutVars>
          <dgm:animLvl val="lvl"/>
          <dgm:resizeHandles val="exact"/>
        </dgm:presLayoutVars>
      </dgm:prSet>
      <dgm:spPr/>
    </dgm:pt>
    <dgm:pt modelId="{CD4D0384-6BCB-4416-B5D0-1D8668674F75}" type="pres">
      <dgm:prSet presAssocID="{8502E128-FF39-4E18-B5BA-2D3E0BA1E32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7A47F6F-41BB-45FD-A3D3-2FEC2F30068C}" type="pres">
      <dgm:prSet presAssocID="{84DF038D-887A-4AD0-846F-213AD9DAB53A}" presName="spacer" presStyleCnt="0"/>
      <dgm:spPr/>
    </dgm:pt>
    <dgm:pt modelId="{D94B04A0-480D-4527-B23A-F3C77CDD71E0}" type="pres">
      <dgm:prSet presAssocID="{4B4C3B18-832E-49E7-AACB-5DF3ABFB548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8209002-82A3-4E02-95DD-D52D0493C5A5}" type="pres">
      <dgm:prSet presAssocID="{4BBB2A5A-73C9-4684-95EE-B3E9254F0F2C}" presName="spacer" presStyleCnt="0"/>
      <dgm:spPr/>
    </dgm:pt>
    <dgm:pt modelId="{E21C1DDC-99A7-44FA-B5F5-F2B420449E17}" type="pres">
      <dgm:prSet presAssocID="{A2DF7FE1-F158-4A4B-9145-6178CBA900B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2834E31-308F-4A4A-8456-D29E12DF7C46}" srcId="{2FC04C3E-4304-4751-8691-5F6AA7374BFE}" destId="{8502E128-FF39-4E18-B5BA-2D3E0BA1E322}" srcOrd="0" destOrd="0" parTransId="{4E80FF93-5E4E-4E1E-9611-F70F596CD642}" sibTransId="{84DF038D-887A-4AD0-846F-213AD9DAB53A}"/>
    <dgm:cxn modelId="{C3CA3B5F-DED9-49A1-92E5-C5E1FB4B79C4}" type="presOf" srcId="{4B4C3B18-832E-49E7-AACB-5DF3ABFB548A}" destId="{D94B04A0-480D-4527-B23A-F3C77CDD71E0}" srcOrd="0" destOrd="0" presId="urn:microsoft.com/office/officeart/2005/8/layout/vList2"/>
    <dgm:cxn modelId="{6F9E4957-6A7B-4350-B96D-B212A2C92E04}" srcId="{2FC04C3E-4304-4751-8691-5F6AA7374BFE}" destId="{4B4C3B18-832E-49E7-AACB-5DF3ABFB548A}" srcOrd="1" destOrd="0" parTransId="{303937AD-869D-460D-A738-B9786F53EDB7}" sibTransId="{4BBB2A5A-73C9-4684-95EE-B3E9254F0F2C}"/>
    <dgm:cxn modelId="{7954FD7C-E6A9-4A36-887B-0CE8A241D065}" type="presOf" srcId="{8502E128-FF39-4E18-B5BA-2D3E0BA1E322}" destId="{CD4D0384-6BCB-4416-B5D0-1D8668674F75}" srcOrd="0" destOrd="0" presId="urn:microsoft.com/office/officeart/2005/8/layout/vList2"/>
    <dgm:cxn modelId="{D0576792-308C-4EA0-A95C-39BE4167C7F1}" srcId="{2FC04C3E-4304-4751-8691-5F6AA7374BFE}" destId="{A2DF7FE1-F158-4A4B-9145-6178CBA900BE}" srcOrd="2" destOrd="0" parTransId="{AC17DEC6-B13A-4E28-BE60-F307CFB06D1B}" sibTransId="{D96FDAF4-0E81-4FDC-A519-0FED667432CC}"/>
    <dgm:cxn modelId="{9A10F6A3-0EE3-4806-92F5-BE9D8FB72FD0}" type="presOf" srcId="{2FC04C3E-4304-4751-8691-5F6AA7374BFE}" destId="{17C67DC5-ABAB-4A2A-817A-E89DC4FDDD79}" srcOrd="0" destOrd="0" presId="urn:microsoft.com/office/officeart/2005/8/layout/vList2"/>
    <dgm:cxn modelId="{60E8CAF2-7A09-4F6E-B435-91B0C4E4C53B}" type="presOf" srcId="{A2DF7FE1-F158-4A4B-9145-6178CBA900BE}" destId="{E21C1DDC-99A7-44FA-B5F5-F2B420449E17}" srcOrd="0" destOrd="0" presId="urn:microsoft.com/office/officeart/2005/8/layout/vList2"/>
    <dgm:cxn modelId="{E0E0617A-C395-41CF-8570-3AE386910DB9}" type="presParOf" srcId="{17C67DC5-ABAB-4A2A-817A-E89DC4FDDD79}" destId="{CD4D0384-6BCB-4416-B5D0-1D8668674F75}" srcOrd="0" destOrd="0" presId="urn:microsoft.com/office/officeart/2005/8/layout/vList2"/>
    <dgm:cxn modelId="{090F6CEF-B973-47F8-95A1-C1A270C377BB}" type="presParOf" srcId="{17C67DC5-ABAB-4A2A-817A-E89DC4FDDD79}" destId="{57A47F6F-41BB-45FD-A3D3-2FEC2F30068C}" srcOrd="1" destOrd="0" presId="urn:microsoft.com/office/officeart/2005/8/layout/vList2"/>
    <dgm:cxn modelId="{40A16DCC-CF16-4819-9748-BE799BE17C99}" type="presParOf" srcId="{17C67DC5-ABAB-4A2A-817A-E89DC4FDDD79}" destId="{D94B04A0-480D-4527-B23A-F3C77CDD71E0}" srcOrd="2" destOrd="0" presId="urn:microsoft.com/office/officeart/2005/8/layout/vList2"/>
    <dgm:cxn modelId="{33952C26-D074-4C62-8D83-2BD56E8086B2}" type="presParOf" srcId="{17C67DC5-ABAB-4A2A-817A-E89DC4FDDD79}" destId="{C8209002-82A3-4E02-95DD-D52D0493C5A5}" srcOrd="3" destOrd="0" presId="urn:microsoft.com/office/officeart/2005/8/layout/vList2"/>
    <dgm:cxn modelId="{102B6D49-32C4-4C1A-B066-7A5A335AD690}" type="presParOf" srcId="{17C67DC5-ABAB-4A2A-817A-E89DC4FDDD79}" destId="{E21C1DDC-99A7-44FA-B5F5-F2B420449E1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4ABEE6-7E7E-4DA9-A4DA-D3B2F73B1A1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06FC495-3A2A-4B07-9019-46AE6060C722}">
      <dgm:prSet/>
      <dgm:spPr/>
      <dgm:t>
        <a:bodyPr/>
        <a:lstStyle/>
        <a:p>
          <a:r>
            <a:rPr lang="ro-RO" dirty="0">
              <a:hlinkClick xmlns:r="http://schemas.openxmlformats.org/officeDocument/2006/relationships" r:id="rId1" action="ppaction://hlinkfile"/>
            </a:rPr>
            <a:t>Interfața principală cu tema </a:t>
          </a:r>
          <a:r>
            <a:rPr lang="ro-RO" dirty="0" err="1">
              <a:hlinkClick xmlns:r="http://schemas.openxmlformats.org/officeDocument/2006/relationships" r:id="rId1" action="ppaction://hlinkfile"/>
            </a:rPr>
            <a:t>Dark</a:t>
          </a:r>
          <a:r>
            <a:rPr lang="ro-RO" dirty="0">
              <a:hlinkClick xmlns:r="http://schemas.openxmlformats.org/officeDocument/2006/relationships" r:id="rId1" action="ppaction://hlinkfile"/>
            </a:rPr>
            <a:t> Mode și tabelul populat.</a:t>
          </a:r>
          <a:endParaRPr lang="en-US" dirty="0"/>
        </a:p>
      </dgm:t>
    </dgm:pt>
    <dgm:pt modelId="{CC80FA31-74D2-49BB-968B-0F506151A91F}" type="parTrans" cxnId="{037FD472-7689-4592-ABE4-5382C4E09806}">
      <dgm:prSet/>
      <dgm:spPr/>
      <dgm:t>
        <a:bodyPr/>
        <a:lstStyle/>
        <a:p>
          <a:endParaRPr lang="en-US"/>
        </a:p>
      </dgm:t>
    </dgm:pt>
    <dgm:pt modelId="{57E70BDA-48E9-4D37-9DCD-091A85E2C2A2}" type="sibTrans" cxnId="{037FD472-7689-4592-ABE4-5382C4E09806}">
      <dgm:prSet/>
      <dgm:spPr/>
      <dgm:t>
        <a:bodyPr/>
        <a:lstStyle/>
        <a:p>
          <a:endParaRPr lang="en-US"/>
        </a:p>
      </dgm:t>
    </dgm:pt>
    <dgm:pt modelId="{AC4F4EC8-87A3-4BDF-9D70-59ABBDF2AC72}">
      <dgm:prSet/>
      <dgm:spPr/>
      <dgm:t>
        <a:bodyPr/>
        <a:lstStyle/>
        <a:p>
          <a:r>
            <a:rPr lang="ro-RO" dirty="0">
              <a:hlinkClick xmlns:r="http://schemas.openxmlformats.org/officeDocument/2006/relationships" r:id="rId2" action="ppaction://hlinkfile"/>
            </a:rPr>
            <a:t>Graficele interactive cu </a:t>
          </a:r>
          <a:r>
            <a:rPr lang="ro-RO" dirty="0" err="1">
              <a:hlinkClick xmlns:r="http://schemas.openxmlformats.org/officeDocument/2006/relationships" r:id="rId2" action="ppaction://hlinkfile"/>
            </a:rPr>
            <a:t>tooltip-ul</a:t>
          </a:r>
          <a:r>
            <a:rPr lang="ro-RO" dirty="0">
              <a:hlinkClick xmlns:r="http://schemas.openxmlformats.org/officeDocument/2006/relationships" r:id="rId2" action="ppaction://hlinkfile"/>
            </a:rPr>
            <a:t> de </a:t>
          </a:r>
          <a:r>
            <a:rPr lang="ro-RO" dirty="0" err="1">
              <a:hlinkClick xmlns:r="http://schemas.openxmlformats.org/officeDocument/2006/relationships" r:id="rId2" action="ppaction://hlinkfile"/>
            </a:rPr>
            <a:t>hover</a:t>
          </a:r>
          <a:r>
            <a:rPr lang="ro-RO" dirty="0">
              <a:hlinkClick xmlns:r="http://schemas.openxmlformats.org/officeDocument/2006/relationships" r:id="rId2" action="ppaction://hlinkfile"/>
            </a:rPr>
            <a:t> activ.</a:t>
          </a:r>
          <a:endParaRPr lang="en-US" dirty="0"/>
        </a:p>
      </dgm:t>
    </dgm:pt>
    <dgm:pt modelId="{B08EB5B7-E5FB-4B93-8FD6-7D77DD331483}" type="parTrans" cxnId="{354C0DE0-5B9D-428E-B965-5EDBD573A101}">
      <dgm:prSet/>
      <dgm:spPr/>
      <dgm:t>
        <a:bodyPr/>
        <a:lstStyle/>
        <a:p>
          <a:endParaRPr lang="en-US"/>
        </a:p>
      </dgm:t>
    </dgm:pt>
    <dgm:pt modelId="{0C33E350-6A76-44A6-834C-E8F40E01B20E}" type="sibTrans" cxnId="{354C0DE0-5B9D-428E-B965-5EDBD573A101}">
      <dgm:prSet/>
      <dgm:spPr/>
      <dgm:t>
        <a:bodyPr/>
        <a:lstStyle/>
        <a:p>
          <a:endParaRPr lang="en-US"/>
        </a:p>
      </dgm:t>
    </dgm:pt>
    <dgm:pt modelId="{46A5F981-464C-4C65-8AC3-DEFDFFC552A1}">
      <dgm:prSet/>
      <dgm:spPr/>
      <dgm:t>
        <a:bodyPr/>
        <a:lstStyle/>
        <a:p>
          <a:r>
            <a:rPr lang="ro-RO" dirty="0">
              <a:hlinkClick xmlns:r="http://schemas.openxmlformats.org/officeDocument/2006/relationships" r:id="rId3" action="ppaction://hlinkfile"/>
            </a:rPr>
            <a:t>Panoul de setări configurat pentru locația selectată.</a:t>
          </a:r>
          <a:endParaRPr lang="en-US" dirty="0"/>
        </a:p>
      </dgm:t>
    </dgm:pt>
    <dgm:pt modelId="{490A85FE-317F-4768-B9BD-CAB9A1D814A9}" type="parTrans" cxnId="{5EAD1B0C-8DC2-4DC4-A75D-D1A3A9F55427}">
      <dgm:prSet/>
      <dgm:spPr/>
      <dgm:t>
        <a:bodyPr/>
        <a:lstStyle/>
        <a:p>
          <a:endParaRPr lang="en-US"/>
        </a:p>
      </dgm:t>
    </dgm:pt>
    <dgm:pt modelId="{F4CD7869-C0FB-4D76-B812-CBF0A95696EE}" type="sibTrans" cxnId="{5EAD1B0C-8DC2-4DC4-A75D-D1A3A9F55427}">
      <dgm:prSet/>
      <dgm:spPr/>
      <dgm:t>
        <a:bodyPr/>
        <a:lstStyle/>
        <a:p>
          <a:endParaRPr lang="en-US"/>
        </a:p>
      </dgm:t>
    </dgm:pt>
    <dgm:pt modelId="{90F81D89-5590-4046-8237-81F43CD3D868}" type="pres">
      <dgm:prSet presAssocID="{334ABEE6-7E7E-4DA9-A4DA-D3B2F73B1A18}" presName="linear" presStyleCnt="0">
        <dgm:presLayoutVars>
          <dgm:animLvl val="lvl"/>
          <dgm:resizeHandles val="exact"/>
        </dgm:presLayoutVars>
      </dgm:prSet>
      <dgm:spPr/>
    </dgm:pt>
    <dgm:pt modelId="{8179A74F-8E62-42E1-922C-34FFF70601B3}" type="pres">
      <dgm:prSet presAssocID="{F06FC495-3A2A-4B07-9019-46AE6060C72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3C3D682-8715-445E-AA97-3DD11B944E2F}" type="pres">
      <dgm:prSet presAssocID="{57E70BDA-48E9-4D37-9DCD-091A85E2C2A2}" presName="spacer" presStyleCnt="0"/>
      <dgm:spPr/>
    </dgm:pt>
    <dgm:pt modelId="{E78AC3A1-8AB3-4BBC-B4B9-F3A1C0B3342F}" type="pres">
      <dgm:prSet presAssocID="{AC4F4EC8-87A3-4BDF-9D70-59ABBDF2AC7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E00E5B2-DE67-4C01-800B-4C1685F75E41}" type="pres">
      <dgm:prSet presAssocID="{0C33E350-6A76-44A6-834C-E8F40E01B20E}" presName="spacer" presStyleCnt="0"/>
      <dgm:spPr/>
    </dgm:pt>
    <dgm:pt modelId="{6432635C-5F89-46F3-B36B-6CDE35E169BC}" type="pres">
      <dgm:prSet presAssocID="{46A5F981-464C-4C65-8AC3-DEFDFFC552A1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3CC3409-0F27-4A26-BCD9-BF3635122B1F}" type="presOf" srcId="{F06FC495-3A2A-4B07-9019-46AE6060C722}" destId="{8179A74F-8E62-42E1-922C-34FFF70601B3}" srcOrd="0" destOrd="0" presId="urn:microsoft.com/office/officeart/2005/8/layout/vList2"/>
    <dgm:cxn modelId="{5EAD1B0C-8DC2-4DC4-A75D-D1A3A9F55427}" srcId="{334ABEE6-7E7E-4DA9-A4DA-D3B2F73B1A18}" destId="{46A5F981-464C-4C65-8AC3-DEFDFFC552A1}" srcOrd="2" destOrd="0" parTransId="{490A85FE-317F-4768-B9BD-CAB9A1D814A9}" sibTransId="{F4CD7869-C0FB-4D76-B812-CBF0A95696EE}"/>
    <dgm:cxn modelId="{9C51B417-2D0E-43C7-B4C6-A4068A0E0AE5}" type="presOf" srcId="{334ABEE6-7E7E-4DA9-A4DA-D3B2F73B1A18}" destId="{90F81D89-5590-4046-8237-81F43CD3D868}" srcOrd="0" destOrd="0" presId="urn:microsoft.com/office/officeart/2005/8/layout/vList2"/>
    <dgm:cxn modelId="{0E38CB2E-805A-4E2E-B751-78C660E0E62C}" type="presOf" srcId="{AC4F4EC8-87A3-4BDF-9D70-59ABBDF2AC72}" destId="{E78AC3A1-8AB3-4BBC-B4B9-F3A1C0B3342F}" srcOrd="0" destOrd="0" presId="urn:microsoft.com/office/officeart/2005/8/layout/vList2"/>
    <dgm:cxn modelId="{037FD472-7689-4592-ABE4-5382C4E09806}" srcId="{334ABEE6-7E7E-4DA9-A4DA-D3B2F73B1A18}" destId="{F06FC495-3A2A-4B07-9019-46AE6060C722}" srcOrd="0" destOrd="0" parTransId="{CC80FA31-74D2-49BB-968B-0F506151A91F}" sibTransId="{57E70BDA-48E9-4D37-9DCD-091A85E2C2A2}"/>
    <dgm:cxn modelId="{354C0DE0-5B9D-428E-B965-5EDBD573A101}" srcId="{334ABEE6-7E7E-4DA9-A4DA-D3B2F73B1A18}" destId="{AC4F4EC8-87A3-4BDF-9D70-59ABBDF2AC72}" srcOrd="1" destOrd="0" parTransId="{B08EB5B7-E5FB-4B93-8FD6-7D77DD331483}" sibTransId="{0C33E350-6A76-44A6-834C-E8F40E01B20E}"/>
    <dgm:cxn modelId="{C8119CFD-B9A0-4072-8510-2EB9E8270610}" type="presOf" srcId="{46A5F981-464C-4C65-8AC3-DEFDFFC552A1}" destId="{6432635C-5F89-46F3-B36B-6CDE35E169BC}" srcOrd="0" destOrd="0" presId="urn:microsoft.com/office/officeart/2005/8/layout/vList2"/>
    <dgm:cxn modelId="{86BB0DC8-C0B5-4DEE-9E23-F1D433D7CFAD}" type="presParOf" srcId="{90F81D89-5590-4046-8237-81F43CD3D868}" destId="{8179A74F-8E62-42E1-922C-34FFF70601B3}" srcOrd="0" destOrd="0" presId="urn:microsoft.com/office/officeart/2005/8/layout/vList2"/>
    <dgm:cxn modelId="{D991F68B-1F69-4FAB-89EF-CCE9E9E86FAB}" type="presParOf" srcId="{90F81D89-5590-4046-8237-81F43CD3D868}" destId="{93C3D682-8715-445E-AA97-3DD11B944E2F}" srcOrd="1" destOrd="0" presId="urn:microsoft.com/office/officeart/2005/8/layout/vList2"/>
    <dgm:cxn modelId="{DA92B704-B5B8-4211-B534-0C1A444DF782}" type="presParOf" srcId="{90F81D89-5590-4046-8237-81F43CD3D868}" destId="{E78AC3A1-8AB3-4BBC-B4B9-F3A1C0B3342F}" srcOrd="2" destOrd="0" presId="urn:microsoft.com/office/officeart/2005/8/layout/vList2"/>
    <dgm:cxn modelId="{77F25FAB-3C09-47A9-AA1A-DA34F7996AF1}" type="presParOf" srcId="{90F81D89-5590-4046-8237-81F43CD3D868}" destId="{3E00E5B2-DE67-4C01-800B-4C1685F75E41}" srcOrd="3" destOrd="0" presId="urn:microsoft.com/office/officeart/2005/8/layout/vList2"/>
    <dgm:cxn modelId="{049933CA-8B12-4792-A492-498C2915BB4D}" type="presParOf" srcId="{90F81D89-5590-4046-8237-81F43CD3D868}" destId="{6432635C-5F89-46F3-B36B-6CDE35E169BC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4C15798-B73A-48ED-8620-8515CB94230B}" type="doc">
      <dgm:prSet loTypeId="urn:microsoft.com/office/officeart/2005/8/layout/default" loCatId="list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FB47076-674D-4E3F-8F5B-B6AE8356E426}">
      <dgm:prSet/>
      <dgm:spPr/>
      <dgm:t>
        <a:bodyPr/>
        <a:lstStyle/>
        <a:p>
          <a:r>
            <a:rPr lang="ro-RO"/>
            <a:t>Danalache Emanuel: UI, layout responsiv, design tabel, Dark Mode.</a:t>
          </a:r>
          <a:endParaRPr lang="en-US"/>
        </a:p>
      </dgm:t>
    </dgm:pt>
    <dgm:pt modelId="{9096919A-326E-4C95-9A2D-334FF3D08768}" type="parTrans" cxnId="{114F27AA-C67A-4A13-9C00-A5DBA78B2C9A}">
      <dgm:prSet/>
      <dgm:spPr/>
      <dgm:t>
        <a:bodyPr/>
        <a:lstStyle/>
        <a:p>
          <a:endParaRPr lang="en-US"/>
        </a:p>
      </dgm:t>
    </dgm:pt>
    <dgm:pt modelId="{F8284276-0D19-47D3-B6E3-605EDF2546A9}" type="sibTrans" cxnId="{114F27AA-C67A-4A13-9C00-A5DBA78B2C9A}">
      <dgm:prSet/>
      <dgm:spPr/>
      <dgm:t>
        <a:bodyPr/>
        <a:lstStyle/>
        <a:p>
          <a:endParaRPr lang="en-US"/>
        </a:p>
      </dgm:t>
    </dgm:pt>
    <dgm:pt modelId="{8C96F936-6614-4EA4-8316-A7CF099F5EE0}">
      <dgm:prSet/>
      <dgm:spPr/>
      <dgm:t>
        <a:bodyPr/>
        <a:lstStyle/>
        <a:p>
          <a:r>
            <a:rPr lang="ro-RO"/>
            <a:t>Danalache Sebastian: Integrare API Open-Meteo, logică caching, procesare date.</a:t>
          </a:r>
          <a:endParaRPr lang="en-US"/>
        </a:p>
      </dgm:t>
    </dgm:pt>
    <dgm:pt modelId="{7449E744-29AA-45C3-8C79-2C748037CFDE}" type="parTrans" cxnId="{D76DCBC5-D05C-4CBD-A381-013835D8CC42}">
      <dgm:prSet/>
      <dgm:spPr/>
      <dgm:t>
        <a:bodyPr/>
        <a:lstStyle/>
        <a:p>
          <a:endParaRPr lang="en-US"/>
        </a:p>
      </dgm:t>
    </dgm:pt>
    <dgm:pt modelId="{FED267C0-AAD3-4E83-8746-0A377864F021}" type="sibTrans" cxnId="{D76DCBC5-D05C-4CBD-A381-013835D8CC42}">
      <dgm:prSet/>
      <dgm:spPr/>
      <dgm:t>
        <a:bodyPr/>
        <a:lstStyle/>
        <a:p>
          <a:endParaRPr lang="en-US"/>
        </a:p>
      </dgm:t>
    </dgm:pt>
    <dgm:pt modelId="{430D90DC-F77A-4554-BA17-DA050A11981C}">
      <dgm:prSet/>
      <dgm:spPr/>
      <dgm:t>
        <a:bodyPr/>
        <a:lstStyle/>
        <a:p>
          <a:r>
            <a:rPr lang="ro-RO"/>
            <a:t>Moscalu Sebastian: Grafice interactive (Hover), Export PDF/CSV, dialog setări.</a:t>
          </a:r>
          <a:endParaRPr lang="en-US"/>
        </a:p>
      </dgm:t>
    </dgm:pt>
    <dgm:pt modelId="{0CDEA889-CB94-49F2-A2F8-3E8EAFC328DB}" type="parTrans" cxnId="{78A17932-2BCA-4017-B196-2B4CC0C58694}">
      <dgm:prSet/>
      <dgm:spPr/>
      <dgm:t>
        <a:bodyPr/>
        <a:lstStyle/>
        <a:p>
          <a:endParaRPr lang="en-US"/>
        </a:p>
      </dgm:t>
    </dgm:pt>
    <dgm:pt modelId="{D9485419-0B8E-4C41-B32D-BC6A3C9DDC2F}" type="sibTrans" cxnId="{78A17932-2BCA-4017-B196-2B4CC0C58694}">
      <dgm:prSet/>
      <dgm:spPr/>
      <dgm:t>
        <a:bodyPr/>
        <a:lstStyle/>
        <a:p>
          <a:endParaRPr lang="en-US"/>
        </a:p>
      </dgm:t>
    </dgm:pt>
    <dgm:pt modelId="{CC76324A-2BF7-4A5B-9579-70F1761884AE}" type="pres">
      <dgm:prSet presAssocID="{C4C15798-B73A-48ED-8620-8515CB94230B}" presName="diagram" presStyleCnt="0">
        <dgm:presLayoutVars>
          <dgm:dir/>
          <dgm:resizeHandles val="exact"/>
        </dgm:presLayoutVars>
      </dgm:prSet>
      <dgm:spPr/>
    </dgm:pt>
    <dgm:pt modelId="{251936B5-8704-46DE-A0BA-40FB6247276C}" type="pres">
      <dgm:prSet presAssocID="{6FB47076-674D-4E3F-8F5B-B6AE8356E426}" presName="node" presStyleLbl="node1" presStyleIdx="0" presStyleCnt="3">
        <dgm:presLayoutVars>
          <dgm:bulletEnabled val="1"/>
        </dgm:presLayoutVars>
      </dgm:prSet>
      <dgm:spPr/>
    </dgm:pt>
    <dgm:pt modelId="{D30ED7BD-7774-4540-8CE2-AC5EFE570225}" type="pres">
      <dgm:prSet presAssocID="{F8284276-0D19-47D3-B6E3-605EDF2546A9}" presName="sibTrans" presStyleCnt="0"/>
      <dgm:spPr/>
    </dgm:pt>
    <dgm:pt modelId="{12848307-10AE-4E53-AD3E-009133B075AF}" type="pres">
      <dgm:prSet presAssocID="{8C96F936-6614-4EA4-8316-A7CF099F5EE0}" presName="node" presStyleLbl="node1" presStyleIdx="1" presStyleCnt="3">
        <dgm:presLayoutVars>
          <dgm:bulletEnabled val="1"/>
        </dgm:presLayoutVars>
      </dgm:prSet>
      <dgm:spPr/>
    </dgm:pt>
    <dgm:pt modelId="{43835ECC-5AFF-439A-935F-0ED95A2640D6}" type="pres">
      <dgm:prSet presAssocID="{FED267C0-AAD3-4E83-8746-0A377864F021}" presName="sibTrans" presStyleCnt="0"/>
      <dgm:spPr/>
    </dgm:pt>
    <dgm:pt modelId="{6865143A-D563-4E4C-8F20-B1B67C4F3732}" type="pres">
      <dgm:prSet presAssocID="{430D90DC-F77A-4554-BA17-DA050A11981C}" presName="node" presStyleLbl="node1" presStyleIdx="2" presStyleCnt="3">
        <dgm:presLayoutVars>
          <dgm:bulletEnabled val="1"/>
        </dgm:presLayoutVars>
      </dgm:prSet>
      <dgm:spPr/>
    </dgm:pt>
  </dgm:ptLst>
  <dgm:cxnLst>
    <dgm:cxn modelId="{7C3DEF22-4294-455C-A438-11A1152071A7}" type="presOf" srcId="{6FB47076-674D-4E3F-8F5B-B6AE8356E426}" destId="{251936B5-8704-46DE-A0BA-40FB6247276C}" srcOrd="0" destOrd="0" presId="urn:microsoft.com/office/officeart/2005/8/layout/default"/>
    <dgm:cxn modelId="{78A17932-2BCA-4017-B196-2B4CC0C58694}" srcId="{C4C15798-B73A-48ED-8620-8515CB94230B}" destId="{430D90DC-F77A-4554-BA17-DA050A11981C}" srcOrd="2" destOrd="0" parTransId="{0CDEA889-CB94-49F2-A2F8-3E8EAFC328DB}" sibTransId="{D9485419-0B8E-4C41-B32D-BC6A3C9DDC2F}"/>
    <dgm:cxn modelId="{698FFA45-E9DE-4F98-A4B0-95957FE91C46}" type="presOf" srcId="{C4C15798-B73A-48ED-8620-8515CB94230B}" destId="{CC76324A-2BF7-4A5B-9579-70F1761884AE}" srcOrd="0" destOrd="0" presId="urn:microsoft.com/office/officeart/2005/8/layout/default"/>
    <dgm:cxn modelId="{114F27AA-C67A-4A13-9C00-A5DBA78B2C9A}" srcId="{C4C15798-B73A-48ED-8620-8515CB94230B}" destId="{6FB47076-674D-4E3F-8F5B-B6AE8356E426}" srcOrd="0" destOrd="0" parTransId="{9096919A-326E-4C95-9A2D-334FF3D08768}" sibTransId="{F8284276-0D19-47D3-B6E3-605EDF2546A9}"/>
    <dgm:cxn modelId="{69FDFBAF-AD37-4A25-A67F-A5367264F849}" type="presOf" srcId="{430D90DC-F77A-4554-BA17-DA050A11981C}" destId="{6865143A-D563-4E4C-8F20-B1B67C4F3732}" srcOrd="0" destOrd="0" presId="urn:microsoft.com/office/officeart/2005/8/layout/default"/>
    <dgm:cxn modelId="{D76DCBC5-D05C-4CBD-A381-013835D8CC42}" srcId="{C4C15798-B73A-48ED-8620-8515CB94230B}" destId="{8C96F936-6614-4EA4-8316-A7CF099F5EE0}" srcOrd="1" destOrd="0" parTransId="{7449E744-29AA-45C3-8C79-2C748037CFDE}" sibTransId="{FED267C0-AAD3-4E83-8746-0A377864F021}"/>
    <dgm:cxn modelId="{4E79FAFD-7B6D-4A1A-A661-C8E8EA6B9AC4}" type="presOf" srcId="{8C96F936-6614-4EA4-8316-A7CF099F5EE0}" destId="{12848307-10AE-4E53-AD3E-009133B075AF}" srcOrd="0" destOrd="0" presId="urn:microsoft.com/office/officeart/2005/8/layout/default"/>
    <dgm:cxn modelId="{9E613BA2-9172-46BA-9292-8086FF1AB07D}" type="presParOf" srcId="{CC76324A-2BF7-4A5B-9579-70F1761884AE}" destId="{251936B5-8704-46DE-A0BA-40FB6247276C}" srcOrd="0" destOrd="0" presId="urn:microsoft.com/office/officeart/2005/8/layout/default"/>
    <dgm:cxn modelId="{04B0112E-01CA-41C4-AB32-54990D73FB2E}" type="presParOf" srcId="{CC76324A-2BF7-4A5B-9579-70F1761884AE}" destId="{D30ED7BD-7774-4540-8CE2-AC5EFE570225}" srcOrd="1" destOrd="0" presId="urn:microsoft.com/office/officeart/2005/8/layout/default"/>
    <dgm:cxn modelId="{B8B0FA26-00CB-41CD-BCDA-8B85EFC7253C}" type="presParOf" srcId="{CC76324A-2BF7-4A5B-9579-70F1761884AE}" destId="{12848307-10AE-4E53-AD3E-009133B075AF}" srcOrd="2" destOrd="0" presId="urn:microsoft.com/office/officeart/2005/8/layout/default"/>
    <dgm:cxn modelId="{A5CDF3D2-6F2A-4840-B2DF-00D2590893AA}" type="presParOf" srcId="{CC76324A-2BF7-4A5B-9579-70F1761884AE}" destId="{43835ECC-5AFF-439A-935F-0ED95A2640D6}" srcOrd="3" destOrd="0" presId="urn:microsoft.com/office/officeart/2005/8/layout/default"/>
    <dgm:cxn modelId="{1F7FB43D-2262-40CC-99BA-1027778AF2E1}" type="presParOf" srcId="{CC76324A-2BF7-4A5B-9579-70F1761884AE}" destId="{6865143A-D563-4E4C-8F20-B1B67C4F373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4D0384-6BCB-4416-B5D0-1D8668674F75}">
      <dsp:nvSpPr>
        <dsp:cNvPr id="0" name=""/>
        <dsp:cNvSpPr/>
      </dsp:nvSpPr>
      <dsp:spPr>
        <a:xfrm>
          <a:off x="0" y="649557"/>
          <a:ext cx="4988440" cy="137475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500" kern="1200"/>
            <a:t>Export PDF Profesional: Generat prin QPrinter și QPainter, incluzând statistici sintetice și antet formatat.</a:t>
          </a:r>
          <a:endParaRPr lang="en-US" sz="2500" kern="1200"/>
        </a:p>
      </dsp:txBody>
      <dsp:txXfrm>
        <a:off x="67110" y="716667"/>
        <a:ext cx="4854220" cy="1240530"/>
      </dsp:txXfrm>
    </dsp:sp>
    <dsp:sp modelId="{D94B04A0-480D-4527-B23A-F3C77CDD71E0}">
      <dsp:nvSpPr>
        <dsp:cNvPr id="0" name=""/>
        <dsp:cNvSpPr/>
      </dsp:nvSpPr>
      <dsp:spPr>
        <a:xfrm>
          <a:off x="0" y="2096307"/>
          <a:ext cx="4988440" cy="1374750"/>
        </a:xfrm>
        <a:prstGeom prst="roundRect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500" kern="1200"/>
            <a:t>Statistici: Temperatură medie, minime/maxime și total precipitații.</a:t>
          </a:r>
          <a:endParaRPr lang="en-US" sz="2500" kern="1200"/>
        </a:p>
      </dsp:txBody>
      <dsp:txXfrm>
        <a:off x="67110" y="2163417"/>
        <a:ext cx="4854220" cy="1240530"/>
      </dsp:txXfrm>
    </dsp:sp>
    <dsp:sp modelId="{E21C1DDC-99A7-44FA-B5F5-F2B420449E17}">
      <dsp:nvSpPr>
        <dsp:cNvPr id="0" name=""/>
        <dsp:cNvSpPr/>
      </dsp:nvSpPr>
      <dsp:spPr>
        <a:xfrm>
          <a:off x="0" y="3543057"/>
          <a:ext cx="4988440" cy="1374750"/>
        </a:xfrm>
        <a:prstGeom prst="round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500" kern="1200"/>
            <a:t>Format CSV: Exportul datelor brute pentru prelucrări externe.</a:t>
          </a:r>
          <a:endParaRPr lang="en-US" sz="2500" kern="1200"/>
        </a:p>
      </dsp:txBody>
      <dsp:txXfrm>
        <a:off x="67110" y="3610167"/>
        <a:ext cx="4854220" cy="12405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79A74F-8E62-42E1-922C-34FFF70601B3}">
      <dsp:nvSpPr>
        <dsp:cNvPr id="0" name=""/>
        <dsp:cNvSpPr/>
      </dsp:nvSpPr>
      <dsp:spPr>
        <a:xfrm>
          <a:off x="0" y="48969"/>
          <a:ext cx="7886700" cy="13525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kern="1200" dirty="0">
              <a:hlinkClick xmlns:r="http://schemas.openxmlformats.org/officeDocument/2006/relationships" r:id="rId1"/>
            </a:rPr>
            <a:t>Interfața principală cu tema </a:t>
          </a:r>
          <a:r>
            <a:rPr lang="ro-RO" sz="3400" kern="1200" dirty="0" err="1">
              <a:hlinkClick xmlns:r="http://schemas.openxmlformats.org/officeDocument/2006/relationships" r:id="rId1"/>
            </a:rPr>
            <a:t>Dark</a:t>
          </a:r>
          <a:r>
            <a:rPr lang="ro-RO" sz="3400" kern="1200" dirty="0">
              <a:hlinkClick xmlns:r="http://schemas.openxmlformats.org/officeDocument/2006/relationships" r:id="rId1"/>
            </a:rPr>
            <a:t> Mode și tabelul populat.</a:t>
          </a:r>
          <a:endParaRPr lang="en-US" sz="3400" kern="1200" dirty="0"/>
        </a:p>
      </dsp:txBody>
      <dsp:txXfrm>
        <a:off x="66025" y="114994"/>
        <a:ext cx="7754650" cy="1220470"/>
      </dsp:txXfrm>
    </dsp:sp>
    <dsp:sp modelId="{E78AC3A1-8AB3-4BBC-B4B9-F3A1C0B3342F}">
      <dsp:nvSpPr>
        <dsp:cNvPr id="0" name=""/>
        <dsp:cNvSpPr/>
      </dsp:nvSpPr>
      <dsp:spPr>
        <a:xfrm>
          <a:off x="0" y="1499409"/>
          <a:ext cx="7886700" cy="1352520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kern="1200" dirty="0">
              <a:hlinkClick xmlns:r="http://schemas.openxmlformats.org/officeDocument/2006/relationships" r:id="rId2"/>
            </a:rPr>
            <a:t>Graficele interactive cu </a:t>
          </a:r>
          <a:r>
            <a:rPr lang="ro-RO" sz="3400" kern="1200" dirty="0" err="1">
              <a:hlinkClick xmlns:r="http://schemas.openxmlformats.org/officeDocument/2006/relationships" r:id="rId2"/>
            </a:rPr>
            <a:t>tooltip-ul</a:t>
          </a:r>
          <a:r>
            <a:rPr lang="ro-RO" sz="3400" kern="1200" dirty="0">
              <a:hlinkClick xmlns:r="http://schemas.openxmlformats.org/officeDocument/2006/relationships" r:id="rId2"/>
            </a:rPr>
            <a:t> de </a:t>
          </a:r>
          <a:r>
            <a:rPr lang="ro-RO" sz="3400" kern="1200" dirty="0" err="1">
              <a:hlinkClick xmlns:r="http://schemas.openxmlformats.org/officeDocument/2006/relationships" r:id="rId2"/>
            </a:rPr>
            <a:t>hover</a:t>
          </a:r>
          <a:r>
            <a:rPr lang="ro-RO" sz="3400" kern="1200" dirty="0">
              <a:hlinkClick xmlns:r="http://schemas.openxmlformats.org/officeDocument/2006/relationships" r:id="rId2"/>
            </a:rPr>
            <a:t> activ.</a:t>
          </a:r>
          <a:endParaRPr lang="en-US" sz="3400" kern="1200" dirty="0"/>
        </a:p>
      </dsp:txBody>
      <dsp:txXfrm>
        <a:off x="66025" y="1565434"/>
        <a:ext cx="7754650" cy="1220470"/>
      </dsp:txXfrm>
    </dsp:sp>
    <dsp:sp modelId="{6432635C-5F89-46F3-B36B-6CDE35E169BC}">
      <dsp:nvSpPr>
        <dsp:cNvPr id="0" name=""/>
        <dsp:cNvSpPr/>
      </dsp:nvSpPr>
      <dsp:spPr>
        <a:xfrm>
          <a:off x="0" y="2949848"/>
          <a:ext cx="7886700" cy="135252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400" kern="1200" dirty="0">
              <a:hlinkClick xmlns:r="http://schemas.openxmlformats.org/officeDocument/2006/relationships" r:id="rId3"/>
            </a:rPr>
            <a:t>Panoul de setări configurat pentru locația selectată.</a:t>
          </a:r>
          <a:endParaRPr lang="en-US" sz="3400" kern="1200" dirty="0"/>
        </a:p>
      </dsp:txBody>
      <dsp:txXfrm>
        <a:off x="66025" y="3015873"/>
        <a:ext cx="7754650" cy="122047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1936B5-8704-46DE-A0BA-40FB6247276C}">
      <dsp:nvSpPr>
        <dsp:cNvPr id="0" name=""/>
        <dsp:cNvSpPr/>
      </dsp:nvSpPr>
      <dsp:spPr>
        <a:xfrm>
          <a:off x="429570" y="472"/>
          <a:ext cx="3346456" cy="200787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700" kern="1200"/>
            <a:t>Danalache Emanuel: UI, layout responsiv, design tabel, Dark Mode.</a:t>
          </a:r>
          <a:endParaRPr lang="en-US" sz="2700" kern="1200"/>
        </a:p>
      </dsp:txBody>
      <dsp:txXfrm>
        <a:off x="429570" y="472"/>
        <a:ext cx="3346456" cy="2007873"/>
      </dsp:txXfrm>
    </dsp:sp>
    <dsp:sp modelId="{12848307-10AE-4E53-AD3E-009133B075AF}">
      <dsp:nvSpPr>
        <dsp:cNvPr id="0" name=""/>
        <dsp:cNvSpPr/>
      </dsp:nvSpPr>
      <dsp:spPr>
        <a:xfrm>
          <a:off x="4110672" y="472"/>
          <a:ext cx="3346456" cy="200787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700" kern="1200"/>
            <a:t>Danalache Sebastian: Integrare API Open-Meteo, logică caching, procesare date.</a:t>
          </a:r>
          <a:endParaRPr lang="en-US" sz="2700" kern="1200"/>
        </a:p>
      </dsp:txBody>
      <dsp:txXfrm>
        <a:off x="4110672" y="472"/>
        <a:ext cx="3346456" cy="2007873"/>
      </dsp:txXfrm>
    </dsp:sp>
    <dsp:sp modelId="{6865143A-D563-4E4C-8F20-B1B67C4F3732}">
      <dsp:nvSpPr>
        <dsp:cNvPr id="0" name=""/>
        <dsp:cNvSpPr/>
      </dsp:nvSpPr>
      <dsp:spPr>
        <a:xfrm>
          <a:off x="2270121" y="2342991"/>
          <a:ext cx="3346456" cy="200787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2700" kern="1200"/>
            <a:t>Moscalu Sebastian: Grafice interactive (Hover), Export PDF/CSV, dialog setări.</a:t>
          </a:r>
          <a:endParaRPr lang="en-US" sz="2700" kern="1200"/>
        </a:p>
      </dsp:txBody>
      <dsp:txXfrm>
        <a:off x="2270121" y="2342991"/>
        <a:ext cx="3346456" cy="20078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8" y="0"/>
            <a:ext cx="914171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noProof="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EC590B-3306-47E9-BD67-97F3F7616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1714" cy="6858000"/>
            <a:chOff x="651279" y="598259"/>
            <a:chExt cx="10889442" cy="5680742"/>
          </a:xfrm>
        </p:grpSpPr>
        <p:sp>
          <p:nvSpPr>
            <p:cNvPr id="11" name="Color">
              <a:extLst>
                <a:ext uri="{FF2B5EF4-FFF2-40B4-BE49-F238E27FC236}">
                  <a16:creationId xmlns:a16="http://schemas.microsoft.com/office/drawing/2014/main" id="{54F87DBC-E43C-4CE4-A8C5-61E3D6819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0" dirty="0"/>
            </a:p>
          </p:txBody>
        </p:sp>
        <p:sp>
          <p:nvSpPr>
            <p:cNvPr id="12" name="Color">
              <a:extLst>
                <a:ext uri="{FF2B5EF4-FFF2-40B4-BE49-F238E27FC236}">
                  <a16:creationId xmlns:a16="http://schemas.microsoft.com/office/drawing/2014/main" id="{CD39A88A-7F84-4ACA-877B-E28BC26CD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o-RO" noProof="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47AAF5E-1692-48C9-98FB-6432BF0B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3" y="0"/>
            <a:ext cx="9141717" cy="6858000"/>
            <a:chOff x="0" y="0"/>
            <a:chExt cx="12188952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F36A26D-E71D-4663-B197-8B7BFA37A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821CEB-DA96-4952-93B9-81F9C42BA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C8EDE0-D69B-4F65-9AB7-DDE7EAD78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46F0982-BF10-4BF6-842A-F631654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B313509-2128-42CA-81B6-C9EC23E4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589188C-E06E-4F8A-BDD1-02ADF140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B4E610F-FCD0-483F-B9F2-6DF2C28FE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ro-RO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2281" y="666351"/>
            <a:ext cx="7918803" cy="3044335"/>
          </a:xfrm>
        </p:spPr>
        <p:txBody>
          <a:bodyPr anchor="b">
            <a:normAutofit/>
          </a:bodyPr>
          <a:lstStyle/>
          <a:p>
            <a:r>
              <a:rPr lang="ro-RO" sz="4200" noProof="0" dirty="0">
                <a:solidFill>
                  <a:schemeClr val="bg1"/>
                </a:solidFill>
              </a:rPr>
              <a:t>WeatherScheduler</a:t>
            </a:r>
          </a:p>
          <a:p>
            <a:r>
              <a:rPr lang="ro-RO" sz="4200" noProof="0" dirty="0">
                <a:solidFill>
                  <a:schemeClr val="bg1"/>
                </a:solidFill>
              </a:rPr>
              <a:t>Planificator Meteo Orar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2281" y="3866064"/>
            <a:ext cx="7918803" cy="2234485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ro-RO" sz="2700" noProof="0" dirty="0">
                <a:solidFill>
                  <a:schemeClr val="bg1"/>
                </a:solidFill>
              </a:rPr>
              <a:t>Proiect – Proiectare Interfețe Utilizator (PIU)</a:t>
            </a:r>
          </a:p>
          <a:p>
            <a:pPr fontAlgn="base">
              <a:lnSpc>
                <a:spcPct val="90000"/>
              </a:lnSpc>
            </a:pPr>
            <a:r>
              <a:rPr lang="ro-RO" sz="2700" b="1" noProof="0" dirty="0">
                <a:solidFill>
                  <a:schemeClr val="bg1"/>
                </a:solidFill>
              </a:rPr>
              <a:t>Autori:</a:t>
            </a:r>
            <a:r>
              <a:rPr lang="ro-RO" sz="2700" noProof="0" dirty="0">
                <a:solidFill>
                  <a:schemeClr val="bg1"/>
                </a:solidFill>
              </a:rPr>
              <a:t> Danalache Emanuel, Danalache Sebastian, Moscalu Sebastian</a:t>
            </a:r>
          </a:p>
          <a:p>
            <a:pPr>
              <a:lnSpc>
                <a:spcPct val="90000"/>
              </a:lnSpc>
            </a:pPr>
            <a:r>
              <a:rPr lang="ro-RO" sz="2700" noProof="0" dirty="0">
                <a:solidFill>
                  <a:schemeClr val="bg1"/>
                </a:solidFill>
              </a:rPr>
              <a:t>Universitatea Tehnică „Gheorghe Asachi” din Iași</a:t>
            </a:r>
          </a:p>
          <a:p>
            <a:pPr>
              <a:lnSpc>
                <a:spcPct val="90000"/>
              </a:lnSpc>
            </a:pPr>
            <a:r>
              <a:rPr lang="ro-RO" sz="2700" noProof="0" dirty="0">
                <a:solidFill>
                  <a:schemeClr val="bg1"/>
                </a:solidFill>
              </a:rPr>
              <a:t>An universitar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ro-RO" sz="6300" noProof="0" dirty="0"/>
              <a:t>Tema proiectului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1330" y="2853267"/>
            <a:ext cx="8178790" cy="3377890"/>
          </a:xfrm>
        </p:spPr>
        <p:txBody>
          <a:bodyPr anchor="t">
            <a:normAutofit/>
          </a:bodyPr>
          <a:lstStyle/>
          <a:p>
            <a:r>
              <a:rPr lang="ro-RO" sz="2100" noProof="0" dirty="0"/>
              <a:t>Problematică: Dificultatea corelării activităților academice cu prognoza meteo variabilă.</a:t>
            </a:r>
            <a:r>
              <a:rPr lang="en-US" sz="2100" noProof="0" dirty="0"/>
              <a:t> </a:t>
            </a:r>
            <a:r>
              <a:rPr lang="ro-RO" sz="2100" noProof="0" dirty="0"/>
              <a:t>Obiectiv Principal: </a:t>
            </a:r>
          </a:p>
          <a:p>
            <a:r>
              <a:rPr lang="ro-RO" sz="2100" noProof="0" dirty="0"/>
              <a:t>Crearea unei aplicații desktop care corelează automat un orar personalizat cu date meteo în timp real</a:t>
            </a:r>
            <a:r>
              <a:rPr lang="en-US" sz="2100" noProof="0" dirty="0"/>
              <a:t> cu s</a:t>
            </a:r>
            <a:r>
              <a:rPr lang="ro-RO" sz="2100" dirty="0"/>
              <a:t>uport decizional pentru activități academice</a:t>
            </a:r>
            <a:r>
              <a:rPr lang="en-US" sz="2100" dirty="0"/>
              <a:t> </a:t>
            </a:r>
            <a:r>
              <a:rPr lang="ro-RO" sz="2100" dirty="0"/>
              <a:t>ș</a:t>
            </a:r>
            <a:r>
              <a:rPr lang="en-US" sz="2100" dirty="0" err="1"/>
              <a:t>i</a:t>
            </a:r>
            <a:r>
              <a:rPr lang="en-US" sz="2100" dirty="0"/>
              <a:t> v</a:t>
            </a:r>
            <a:r>
              <a:rPr lang="ro-RO" sz="2100" dirty="0"/>
              <a:t>izualizare meteo pe intervale orare</a:t>
            </a:r>
            <a:endParaRPr lang="ro-RO" sz="2100" noProof="0" dirty="0"/>
          </a:p>
          <a:p>
            <a:r>
              <a:rPr lang="ro-RO" sz="2100" noProof="0" dirty="0"/>
              <a:t>Tehnologii Cheie: Python 3.11, PyQt6, Open-Meteo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ro-RO" sz="3100" noProof="0"/>
              <a:t>Obiectivele proiectului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r>
              <a:rPr lang="ro-RO" sz="2100" noProof="0"/>
              <a:t>Dezvoltarea unei aplicații desktop moderne</a:t>
            </a:r>
          </a:p>
          <a:p>
            <a:pPr lvl="1"/>
            <a:r>
              <a:rPr lang="ro-RO" sz="2100" noProof="0"/>
              <a:t>Integrarea unui serviciu meteo real</a:t>
            </a:r>
          </a:p>
          <a:p>
            <a:pPr lvl="1"/>
            <a:r>
              <a:rPr lang="ro-RO" sz="2100" noProof="0"/>
              <a:t>Afișare tabelară și grafică</a:t>
            </a:r>
          </a:p>
          <a:p>
            <a:pPr lvl="1"/>
            <a:r>
              <a:rPr lang="ro-RO" sz="2100" noProof="0"/>
              <a:t>Export date și rapoarte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Triangle 4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ro-RO" sz="3100" noProof="0"/>
              <a:t>Arhitectura aplicației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388533"/>
            <a:ext cx="4395730" cy="382059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o-RO" sz="2100" noProof="0" dirty="0"/>
              <a:t>Arhitectură modulară și scalabilă</a:t>
            </a:r>
            <a:r>
              <a:rPr lang="ro-RO" sz="2100" dirty="0"/>
              <a:t>:</a:t>
            </a:r>
            <a:endParaRPr lang="ro-RO" sz="2100" noProof="0" dirty="0"/>
          </a:p>
          <a:p>
            <a:r>
              <a:rPr lang="ro-RO" sz="2100" dirty="0"/>
              <a:t>core/: Logica de business, procesarea datelor și serviciul meteo</a:t>
            </a:r>
          </a:p>
          <a:p>
            <a:r>
              <a:rPr lang="ro-RO" sz="2100" dirty="0"/>
              <a:t>ui/: Gestionarea interfeței principale și a dialogurilor.</a:t>
            </a:r>
          </a:p>
          <a:p>
            <a:r>
              <a:rPr lang="ro-RO" sz="2100" dirty="0"/>
              <a:t>widgets/: Componente vizuale (grafice, notificări)</a:t>
            </a:r>
          </a:p>
          <a:p>
            <a:r>
              <a:rPr lang="ro-RO" sz="2100" dirty="0"/>
              <a:t>utils/: Funcționalități de export PDF/CSV.</a:t>
            </a:r>
          </a:p>
          <a:p>
            <a:pPr marL="0" indent="0">
              <a:buNone/>
            </a:pPr>
            <a:r>
              <a:rPr lang="ro-RO" sz="2100" dirty="0"/>
              <a:t>Comunicare: Utilizarea sistemului de semnale și </a:t>
            </a:r>
            <a:r>
              <a:rPr lang="ro-RO" sz="2100" dirty="0" err="1"/>
              <a:t>sloturi</a:t>
            </a:r>
            <a:r>
              <a:rPr lang="ro-RO" sz="2100" dirty="0"/>
              <a:t> PyQt6 pentru actualizări asincrone</a:t>
            </a:r>
          </a:p>
          <a:p>
            <a:pPr lvl="1"/>
            <a:endParaRPr lang="ro-RO" sz="21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ro-RO" sz="3300" noProof="0">
                <a:solidFill>
                  <a:srgbClr val="FFFFFF"/>
                </a:solidFill>
              </a:rPr>
              <a:t>Funcționalități implementate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9AA66F99-B020-0283-0604-00881273EA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22924" y="518400"/>
            <a:ext cx="3578706" cy="58379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o-RO" altLang="ro-RO" sz="1700" b="1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Vizualizare Tabelară:</a:t>
            </a:r>
            <a:r>
              <a:rPr kumimoji="0" lang="ro-RO" altLang="ro-RO" sz="1700" b="0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 Orar completat automat cu temperatură, vânt, precipitații și descriere meteo.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o-RO" altLang="ro-RO" sz="1700" b="1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Interactivitate Hover:</a:t>
            </a:r>
            <a:r>
              <a:rPr kumimoji="0" lang="ro-RO" altLang="ro-RO" sz="1700" b="0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 Vizualizarea detaliilor precise direct pe grafic la trecerea mouse-ului peste punctele de date (temperatură/precipitații).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ro-RO" altLang="ro-RO" sz="1700" b="1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Sincronizare Unități:</a:t>
            </a:r>
            <a:r>
              <a:rPr kumimoji="0" lang="ro-RO" altLang="ro-RO" sz="1700" b="0" i="0" u="none" strike="noStrike" cap="none" normalizeH="0" baseline="0">
                <a:ln>
                  <a:noFill/>
                </a:ln>
                <a:solidFill>
                  <a:schemeClr val="tx1">
                    <a:alpha val="80000"/>
                  </a:schemeClr>
                </a:solidFill>
                <a:effectLst/>
                <a:latin typeface="Arial" panose="020B0604020202020204" pitchFamily="34" charset="0"/>
              </a:rPr>
              <a:t> Conversie instantanee între Celsius și Fahrenheit în toată interfața.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C1826-9A40-0AE3-D417-E148AC71C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2A1830-D108-2960-03DB-59A249C48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1F6BAC-2D15-8C86-0B8C-1FC22D34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8CF4F0-ECEA-3279-D1EB-3DB073C2A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anchor="ctr">
            <a:normAutofit/>
          </a:bodyPr>
          <a:lstStyle/>
          <a:p>
            <a:r>
              <a:rPr lang="ro-RO" sz="3300" noProof="0">
                <a:solidFill>
                  <a:srgbClr val="FFFFFF"/>
                </a:solidFill>
              </a:rPr>
              <a:t>Funcționalități implementate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5C358D4-8731-A04D-C487-90DB0527DB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2E5F950B-C68F-57B1-1241-D0EFEFBAE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Graphic 10">
              <a:extLst>
                <a:ext uri="{FF2B5EF4-FFF2-40B4-BE49-F238E27FC236}">
                  <a16:creationId xmlns:a16="http://schemas.microsoft.com/office/drawing/2014/main" id="{4F4255C3-96C8-3429-3A2F-CDDEBD230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DC77D134-4869-58D8-169C-EE59CFB0D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FB65E0BD-EEDE-07F3-A9D9-29463B2E34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22924" y="518400"/>
            <a:ext cx="3578706" cy="58379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ro-RO" altLang="ro-RO" sz="1700" b="1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Sistem de Notificări</a:t>
            </a:r>
            <a:r>
              <a:rPr lang="ro-RO" altLang="ro-RO" sz="17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: Alerte automate pentru condiții meteo nefavorabile (ex: ploaie) detectate în orarul de mâine.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ro-RO" altLang="ro-RO" sz="1700" b="1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Management Cache</a:t>
            </a:r>
            <a:r>
              <a:rPr lang="ro-RO" altLang="ro-RO" sz="17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: Stocarea datelor în </a:t>
            </a:r>
            <a:r>
              <a:rPr lang="ro-RO" altLang="ro-RO" sz="17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weather_cache.json</a:t>
            </a:r>
            <a:r>
              <a:rPr lang="ro-RO" altLang="ro-RO" sz="17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 pentru a reduce interogările API și a optimiza viteza.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ro-RO" altLang="ro-RO" sz="1700" b="1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Persistență</a:t>
            </a:r>
            <a:r>
              <a:rPr lang="ro-RO" altLang="ro-RO" sz="17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: Salvarea preferințelor utilizatorului (oraș, unități) în </a:t>
            </a:r>
            <a:r>
              <a:rPr lang="ro-RO" altLang="ro-RO" sz="17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settings.json</a:t>
            </a:r>
            <a:r>
              <a:rPr lang="ro-RO" altLang="ro-RO" sz="17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ro-RO" altLang="ro-RO" sz="1700" b="0" i="0" u="none" strike="noStrike" cap="none" normalizeH="0" baseline="0" dirty="0">
              <a:ln>
                <a:noFill/>
              </a:ln>
              <a:solidFill>
                <a:schemeClr val="tx1">
                  <a:alpha val="8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56EE463-AE36-88E2-32A8-C44F91A8D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598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70828-E616-4355-9C8A-A1065032B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161C6-1218-4EAF-A9E9-A319CFD76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310" y="1905000"/>
            <a:ext cx="3402600" cy="3141047"/>
          </a:xfrm>
          <a:custGeom>
            <a:avLst/>
            <a:gdLst>
              <a:gd name="connsiteX0" fmla="*/ 3362388 w 6230568"/>
              <a:gd name="connsiteY0" fmla="*/ 861 h 4239440"/>
              <a:gd name="connsiteX1" fmla="*/ 4026621 w 6230568"/>
              <a:gd name="connsiteY1" fmla="*/ 15392 h 4239440"/>
              <a:gd name="connsiteX2" fmla="*/ 5114556 w 6230568"/>
              <a:gd name="connsiteY2" fmla="*/ 34130 h 4239440"/>
              <a:gd name="connsiteX3" fmla="*/ 5776495 w 6230568"/>
              <a:gd name="connsiteY3" fmla="*/ 112905 h 4239440"/>
              <a:gd name="connsiteX4" fmla="*/ 5862918 w 6230568"/>
              <a:gd name="connsiteY4" fmla="*/ 141585 h 4239440"/>
              <a:gd name="connsiteX5" fmla="*/ 5840738 w 6230568"/>
              <a:gd name="connsiteY5" fmla="*/ 200475 h 4239440"/>
              <a:gd name="connsiteX6" fmla="*/ 5691219 w 6230568"/>
              <a:gd name="connsiteY6" fmla="*/ 216153 h 4239440"/>
              <a:gd name="connsiteX7" fmla="*/ 5773053 w 6230568"/>
              <a:gd name="connsiteY7" fmla="*/ 260130 h 4239440"/>
              <a:gd name="connsiteX8" fmla="*/ 5593324 w 6230568"/>
              <a:gd name="connsiteY8" fmla="*/ 293781 h 4239440"/>
              <a:gd name="connsiteX9" fmla="*/ 5617033 w 6230568"/>
              <a:gd name="connsiteY9" fmla="*/ 317108 h 4239440"/>
              <a:gd name="connsiteX10" fmla="*/ 5641124 w 6230568"/>
              <a:gd name="connsiteY10" fmla="*/ 339287 h 4239440"/>
              <a:gd name="connsiteX11" fmla="*/ 5299256 w 6230568"/>
              <a:gd name="connsiteY11" fmla="*/ 396265 h 4239440"/>
              <a:gd name="connsiteX12" fmla="*/ 5703073 w 6230568"/>
              <a:gd name="connsiteY12" fmla="*/ 500661 h 4239440"/>
              <a:gd name="connsiteX13" fmla="*/ 5629652 w 6230568"/>
              <a:gd name="connsiteY13" fmla="*/ 556874 h 4239440"/>
              <a:gd name="connsiteX14" fmla="*/ 5862918 w 6230568"/>
              <a:gd name="connsiteY14" fmla="*/ 645591 h 4239440"/>
              <a:gd name="connsiteX15" fmla="*/ 6052207 w 6230568"/>
              <a:gd name="connsiteY15" fmla="*/ 756106 h 4239440"/>
              <a:gd name="connsiteX16" fmla="*/ 6158515 w 6230568"/>
              <a:gd name="connsiteY16" fmla="*/ 901419 h 4239440"/>
              <a:gd name="connsiteX17" fmla="*/ 6195990 w 6230568"/>
              <a:gd name="connsiteY17" fmla="*/ 966427 h 4239440"/>
              <a:gd name="connsiteX18" fmla="*/ 6229642 w 6230568"/>
              <a:gd name="connsiteY18" fmla="*/ 1034878 h 4239440"/>
              <a:gd name="connsiteX19" fmla="*/ 6171516 w 6230568"/>
              <a:gd name="connsiteY19" fmla="*/ 1102946 h 4239440"/>
              <a:gd name="connsiteX20" fmla="*/ 6133659 w 6230568"/>
              <a:gd name="connsiteY20" fmla="*/ 1185545 h 4239440"/>
              <a:gd name="connsiteX21" fmla="*/ 6168458 w 6230568"/>
              <a:gd name="connsiteY21" fmla="*/ 1234110 h 4239440"/>
              <a:gd name="connsiteX22" fmla="*/ 6169222 w 6230568"/>
              <a:gd name="connsiteY22" fmla="*/ 1342712 h 4239440"/>
              <a:gd name="connsiteX23" fmla="*/ 6145131 w 6230568"/>
              <a:gd name="connsiteY23" fmla="*/ 1393954 h 4239440"/>
              <a:gd name="connsiteX24" fmla="*/ 6071709 w 6230568"/>
              <a:gd name="connsiteY24" fmla="*/ 1505233 h 4239440"/>
              <a:gd name="connsiteX25" fmla="*/ 6009378 w 6230568"/>
              <a:gd name="connsiteY25" fmla="*/ 1530089 h 4239440"/>
              <a:gd name="connsiteX26" fmla="*/ 6015879 w 6230568"/>
              <a:gd name="connsiteY26" fmla="*/ 1979030 h 4239440"/>
              <a:gd name="connsiteX27" fmla="*/ 6061385 w 6230568"/>
              <a:gd name="connsiteY27" fmla="*/ 2196234 h 4239440"/>
              <a:gd name="connsiteX28" fmla="*/ 6029263 w 6230568"/>
              <a:gd name="connsiteY28" fmla="*/ 2440972 h 4239440"/>
              <a:gd name="connsiteX29" fmla="*/ 6135571 w 6230568"/>
              <a:gd name="connsiteY29" fmla="*/ 2621848 h 4239440"/>
              <a:gd name="connsiteX30" fmla="*/ 6091594 w 6230568"/>
              <a:gd name="connsiteY30" fmla="*/ 2691446 h 4239440"/>
              <a:gd name="connsiteX31" fmla="*/ 6215493 w 6230568"/>
              <a:gd name="connsiteY31" fmla="*/ 2769456 h 4239440"/>
              <a:gd name="connsiteX32" fmla="*/ 6100389 w 6230568"/>
              <a:gd name="connsiteY32" fmla="*/ 2880352 h 4239440"/>
              <a:gd name="connsiteX33" fmla="*/ 5909953 w 6230568"/>
              <a:gd name="connsiteY33" fmla="*/ 3053963 h 4239440"/>
              <a:gd name="connsiteX34" fmla="*/ 5741696 w 6230568"/>
              <a:gd name="connsiteY34" fmla="*/ 3798118 h 4239440"/>
              <a:gd name="connsiteX35" fmla="*/ 5493899 w 6230568"/>
              <a:gd name="connsiteY35" fmla="*/ 4026795 h 4239440"/>
              <a:gd name="connsiteX36" fmla="*/ 3773471 w 6230568"/>
              <a:gd name="connsiteY36" fmla="*/ 4239028 h 4239440"/>
              <a:gd name="connsiteX37" fmla="*/ 2569285 w 6230568"/>
              <a:gd name="connsiteY37" fmla="*/ 4103275 h 4239440"/>
              <a:gd name="connsiteX38" fmla="*/ 2693948 w 6230568"/>
              <a:gd name="connsiteY38" fmla="*/ 4061593 h 4239440"/>
              <a:gd name="connsiteX39" fmla="*/ 2588788 w 6230568"/>
              <a:gd name="connsiteY39" fmla="*/ 4062358 h 4239440"/>
              <a:gd name="connsiteX40" fmla="*/ 2300073 w 6230568"/>
              <a:gd name="connsiteY40" fmla="*/ 4008822 h 4239440"/>
              <a:gd name="connsiteX41" fmla="*/ 1508500 w 6230568"/>
              <a:gd name="connsiteY41" fmla="*/ 3798118 h 4239440"/>
              <a:gd name="connsiteX42" fmla="*/ 1061089 w 6230568"/>
              <a:gd name="connsiteY42" fmla="*/ 3697546 h 4239440"/>
              <a:gd name="connsiteX43" fmla="*/ 939102 w 6230568"/>
              <a:gd name="connsiteY43" fmla="*/ 3648216 h 4239440"/>
              <a:gd name="connsiteX44" fmla="*/ 1243495 w 6230568"/>
              <a:gd name="connsiteY44" fmla="*/ 3624890 h 4239440"/>
              <a:gd name="connsiteX45" fmla="*/ 1083651 w 6230568"/>
              <a:gd name="connsiteY45" fmla="*/ 3595827 h 4239440"/>
              <a:gd name="connsiteX46" fmla="*/ 966636 w 6230568"/>
              <a:gd name="connsiteY46" fmla="*/ 3605770 h 4239440"/>
              <a:gd name="connsiteX47" fmla="*/ 885566 w 6230568"/>
              <a:gd name="connsiteY47" fmla="*/ 3609976 h 4239440"/>
              <a:gd name="connsiteX48" fmla="*/ 641976 w 6230568"/>
              <a:gd name="connsiteY48" fmla="*/ 3567912 h 4239440"/>
              <a:gd name="connsiteX49" fmla="*/ 399533 w 6230568"/>
              <a:gd name="connsiteY49" fmla="*/ 3583590 h 4239440"/>
              <a:gd name="connsiteX50" fmla="*/ 409093 w 6230568"/>
              <a:gd name="connsiteY50" fmla="*/ 3548792 h 4239440"/>
              <a:gd name="connsiteX51" fmla="*/ 792642 w 6230568"/>
              <a:gd name="connsiteY51" fmla="*/ 3417628 h 4239440"/>
              <a:gd name="connsiteX52" fmla="*/ 771610 w 6230568"/>
              <a:gd name="connsiteY52" fmla="*/ 3345736 h 4239440"/>
              <a:gd name="connsiteX53" fmla="*/ 945986 w 6230568"/>
              <a:gd name="connsiteY53" fmla="*/ 3317056 h 4239440"/>
              <a:gd name="connsiteX54" fmla="*/ 892449 w 6230568"/>
              <a:gd name="connsiteY54" fmla="*/ 3285316 h 4239440"/>
              <a:gd name="connsiteX55" fmla="*/ 949045 w 6230568"/>
              <a:gd name="connsiteY55" fmla="*/ 3262755 h 4239440"/>
              <a:gd name="connsiteX56" fmla="*/ 1252673 w 6230568"/>
              <a:gd name="connsiteY56" fmla="*/ 3200041 h 4239440"/>
              <a:gd name="connsiteX57" fmla="*/ 388825 w 6230568"/>
              <a:gd name="connsiteY57" fmla="*/ 3176714 h 4239440"/>
              <a:gd name="connsiteX58" fmla="*/ 127644 w 6230568"/>
              <a:gd name="connsiteY58" fmla="*/ 3111323 h 4239440"/>
              <a:gd name="connsiteX59" fmla="*/ 437008 w 6230568"/>
              <a:gd name="connsiteY59" fmla="*/ 2921652 h 4239440"/>
              <a:gd name="connsiteX60" fmla="*/ 601441 w 6230568"/>
              <a:gd name="connsiteY60" fmla="*/ 2840965 h 4239440"/>
              <a:gd name="connsiteX61" fmla="*/ 330700 w 6230568"/>
              <a:gd name="connsiteY61" fmla="*/ 2859320 h 4239440"/>
              <a:gd name="connsiteX62" fmla="*/ 534521 w 6230568"/>
              <a:gd name="connsiteY62" fmla="*/ 2720126 h 4239440"/>
              <a:gd name="connsiteX63" fmla="*/ 492839 w 6230568"/>
              <a:gd name="connsiteY63" fmla="*/ 2694505 h 4239440"/>
              <a:gd name="connsiteX64" fmla="*/ 416358 w 6230568"/>
              <a:gd name="connsiteY64" fmla="*/ 2677297 h 4239440"/>
              <a:gd name="connsiteX65" fmla="*/ 761285 w 6230568"/>
              <a:gd name="connsiteY65" fmla="*/ 2589726 h 4239440"/>
              <a:gd name="connsiteX66" fmla="*/ 664920 w 6230568"/>
              <a:gd name="connsiteY66" fmla="*/ 2466593 h 4239440"/>
              <a:gd name="connsiteX67" fmla="*/ 740253 w 6230568"/>
              <a:gd name="connsiteY67" fmla="*/ 2438677 h 4239440"/>
              <a:gd name="connsiteX68" fmla="*/ 650006 w 6230568"/>
              <a:gd name="connsiteY68" fmla="*/ 2435236 h 4239440"/>
              <a:gd name="connsiteX69" fmla="*/ 578879 w 6230568"/>
              <a:gd name="connsiteY69" fmla="*/ 2435618 h 4239440"/>
              <a:gd name="connsiteX70" fmla="*/ 451157 w 6230568"/>
              <a:gd name="connsiteY70" fmla="*/ 2404644 h 4239440"/>
              <a:gd name="connsiteX71" fmla="*/ 2216 w 6230568"/>
              <a:gd name="connsiteY71" fmla="*/ 2456650 h 4239440"/>
              <a:gd name="connsiteX72" fmla="*/ 97052 w 6230568"/>
              <a:gd name="connsiteY72" fmla="*/ 2383611 h 4239440"/>
              <a:gd name="connsiteX73" fmla="*/ 210626 w 6230568"/>
              <a:gd name="connsiteY73" fmla="*/ 2341930 h 4239440"/>
              <a:gd name="connsiteX74" fmla="*/ 57282 w 6230568"/>
              <a:gd name="connsiteY74" fmla="*/ 2319750 h 4239440"/>
              <a:gd name="connsiteX75" fmla="*/ 365499 w 6230568"/>
              <a:gd name="connsiteY75" fmla="*/ 2250153 h 4239440"/>
              <a:gd name="connsiteX76" fmla="*/ 290548 w 6230568"/>
              <a:gd name="connsiteY76" fmla="*/ 2187821 h 4239440"/>
              <a:gd name="connsiteX77" fmla="*/ 482896 w 6230568"/>
              <a:gd name="connsiteY77" fmla="*/ 1906755 h 4239440"/>
              <a:gd name="connsiteX78" fmla="*/ 867211 w 6230568"/>
              <a:gd name="connsiteY78" fmla="*/ 1747294 h 4239440"/>
              <a:gd name="connsiteX79" fmla="*/ 1063766 w 6230568"/>
              <a:gd name="connsiteY79" fmla="*/ 1734674 h 4239440"/>
              <a:gd name="connsiteX80" fmla="*/ 1008701 w 6230568"/>
              <a:gd name="connsiteY80" fmla="*/ 1683432 h 4239440"/>
              <a:gd name="connsiteX81" fmla="*/ 1152865 w 6230568"/>
              <a:gd name="connsiteY81" fmla="*/ 1394719 h 4239440"/>
              <a:gd name="connsiteX82" fmla="*/ 998376 w 6230568"/>
              <a:gd name="connsiteY82" fmla="*/ 1411927 h 4239440"/>
              <a:gd name="connsiteX83" fmla="*/ 206419 w 6230568"/>
              <a:gd name="connsiteY83" fmla="*/ 1424164 h 4239440"/>
              <a:gd name="connsiteX84" fmla="*/ 128027 w 6230568"/>
              <a:gd name="connsiteY84" fmla="*/ 1413074 h 4239440"/>
              <a:gd name="connsiteX85" fmla="*/ 672950 w 6230568"/>
              <a:gd name="connsiteY85" fmla="*/ 1268143 h 4239440"/>
              <a:gd name="connsiteX86" fmla="*/ 457658 w 6230568"/>
              <a:gd name="connsiteY86" fmla="*/ 1229138 h 4239440"/>
              <a:gd name="connsiteX87" fmla="*/ 407945 w 6230568"/>
              <a:gd name="connsiteY87" fmla="*/ 1213459 h 4239440"/>
              <a:gd name="connsiteX88" fmla="*/ 453451 w 6230568"/>
              <a:gd name="connsiteY88" fmla="*/ 1172924 h 4239440"/>
              <a:gd name="connsiteX89" fmla="*/ 568172 w 6230568"/>
              <a:gd name="connsiteY89" fmla="*/ 1132007 h 4239440"/>
              <a:gd name="connsiteX90" fmla="*/ 255367 w 6230568"/>
              <a:gd name="connsiteY90" fmla="*/ 1190898 h 4239440"/>
              <a:gd name="connsiteX91" fmla="*/ 277546 w 6230568"/>
              <a:gd name="connsiteY91" fmla="*/ 1128567 h 4239440"/>
              <a:gd name="connsiteX92" fmla="*/ 246572 w 6230568"/>
              <a:gd name="connsiteY92" fmla="*/ 1072353 h 4239440"/>
              <a:gd name="connsiteX93" fmla="*/ 422859 w 6230568"/>
              <a:gd name="connsiteY93" fmla="*/ 1000078 h 4239440"/>
              <a:gd name="connsiteX94" fmla="*/ 668362 w 6230568"/>
              <a:gd name="connsiteY94" fmla="*/ 858972 h 4239440"/>
              <a:gd name="connsiteX95" fmla="*/ 914629 w 6230568"/>
              <a:gd name="connsiteY95" fmla="*/ 768725 h 4239440"/>
              <a:gd name="connsiteX96" fmla="*/ 1117684 w 6230568"/>
              <a:gd name="connsiteY96" fmla="*/ 688420 h 4239440"/>
              <a:gd name="connsiteX97" fmla="*/ 928778 w 6230568"/>
              <a:gd name="connsiteY97" fmla="*/ 701040 h 4239440"/>
              <a:gd name="connsiteX98" fmla="*/ 1243877 w 6230568"/>
              <a:gd name="connsiteY98" fmla="*/ 574464 h 4239440"/>
              <a:gd name="connsiteX99" fmla="*/ 1291678 w 6230568"/>
              <a:gd name="connsiteY99" fmla="*/ 566434 h 4239440"/>
              <a:gd name="connsiteX100" fmla="*/ 1797596 w 6230568"/>
              <a:gd name="connsiteY100" fmla="*/ 476952 h 4239440"/>
              <a:gd name="connsiteX101" fmla="*/ 1895491 w 6230568"/>
              <a:gd name="connsiteY101" fmla="*/ 432593 h 4239440"/>
              <a:gd name="connsiteX102" fmla="*/ 1782682 w 6230568"/>
              <a:gd name="connsiteY102" fmla="*/ 423033 h 4239440"/>
              <a:gd name="connsiteX103" fmla="*/ 1406781 w 6230568"/>
              <a:gd name="connsiteY103" fmla="*/ 449419 h 4239440"/>
              <a:gd name="connsiteX104" fmla="*/ 1662226 w 6230568"/>
              <a:gd name="connsiteY104" fmla="*/ 393970 h 4239440"/>
              <a:gd name="connsiteX105" fmla="*/ 1383837 w 6230568"/>
              <a:gd name="connsiteY105" fmla="*/ 376762 h 4239440"/>
              <a:gd name="connsiteX106" fmla="*/ 1318063 w 6230568"/>
              <a:gd name="connsiteY106" fmla="*/ 333168 h 4239440"/>
              <a:gd name="connsiteX107" fmla="*/ 1365099 w 6230568"/>
              <a:gd name="connsiteY107" fmla="*/ 290722 h 4239440"/>
              <a:gd name="connsiteX108" fmla="*/ 1536798 w 6230568"/>
              <a:gd name="connsiteY108" fmla="*/ 244069 h 4239440"/>
              <a:gd name="connsiteX109" fmla="*/ 1711938 w 6230568"/>
              <a:gd name="connsiteY109" fmla="*/ 175619 h 4239440"/>
              <a:gd name="connsiteX110" fmla="*/ 2273687 w 6230568"/>
              <a:gd name="connsiteY110" fmla="*/ 78488 h 4239440"/>
              <a:gd name="connsiteX111" fmla="*/ 2646913 w 6230568"/>
              <a:gd name="connsiteY111" fmla="*/ 46749 h 4239440"/>
              <a:gd name="connsiteX112" fmla="*/ 3362388 w 6230568"/>
              <a:gd name="connsiteY112" fmla="*/ 861 h 4239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230568" h="4239440">
                <a:moveTo>
                  <a:pt x="3362388" y="861"/>
                </a:moveTo>
                <a:cubicBezTo>
                  <a:pt x="3584946" y="-3346"/>
                  <a:pt x="3805210" y="8891"/>
                  <a:pt x="4026621" y="15392"/>
                </a:cubicBezTo>
                <a:cubicBezTo>
                  <a:pt x="4388374" y="26482"/>
                  <a:pt x="4752039" y="26099"/>
                  <a:pt x="5114556" y="34130"/>
                </a:cubicBezTo>
                <a:cubicBezTo>
                  <a:pt x="5340556" y="39101"/>
                  <a:pt x="5563879" y="57074"/>
                  <a:pt x="5776495" y="112905"/>
                </a:cubicBezTo>
                <a:cubicBezTo>
                  <a:pt x="5806322" y="120935"/>
                  <a:pt x="5839973" y="122465"/>
                  <a:pt x="5862918" y="141585"/>
                </a:cubicBezTo>
                <a:cubicBezTo>
                  <a:pt x="5888539" y="162999"/>
                  <a:pt x="5878214" y="194356"/>
                  <a:pt x="5840738" y="200475"/>
                </a:cubicBezTo>
                <a:cubicBezTo>
                  <a:pt x="5792938" y="208505"/>
                  <a:pt x="5743991" y="210800"/>
                  <a:pt x="5691219" y="216153"/>
                </a:cubicBezTo>
                <a:cubicBezTo>
                  <a:pt x="5711486" y="245598"/>
                  <a:pt x="5760434" y="223419"/>
                  <a:pt x="5773053" y="260130"/>
                </a:cubicBezTo>
                <a:cubicBezTo>
                  <a:pt x="5716458" y="285368"/>
                  <a:pt x="5648008" y="268925"/>
                  <a:pt x="5593324" y="293781"/>
                </a:cubicBezTo>
                <a:cubicBezTo>
                  <a:pt x="5594854" y="310989"/>
                  <a:pt x="5607090" y="312519"/>
                  <a:pt x="5617033" y="317108"/>
                </a:cubicBezTo>
                <a:cubicBezTo>
                  <a:pt x="5626976" y="321314"/>
                  <a:pt x="5651831" y="315196"/>
                  <a:pt x="5641124" y="339287"/>
                </a:cubicBezTo>
                <a:cubicBezTo>
                  <a:pt x="5527551" y="353818"/>
                  <a:pt x="5418949" y="403148"/>
                  <a:pt x="5299256" y="396265"/>
                </a:cubicBezTo>
                <a:cubicBezTo>
                  <a:pt x="5447247" y="409649"/>
                  <a:pt x="5572292" y="464333"/>
                  <a:pt x="5703073" y="500661"/>
                </a:cubicBezTo>
                <a:cubicBezTo>
                  <a:pt x="5697720" y="543490"/>
                  <a:pt x="5644949" y="526282"/>
                  <a:pt x="5629652" y="556874"/>
                </a:cubicBezTo>
                <a:cubicBezTo>
                  <a:pt x="5713398" y="578288"/>
                  <a:pt x="5793703" y="603527"/>
                  <a:pt x="5862918" y="645591"/>
                </a:cubicBezTo>
                <a:cubicBezTo>
                  <a:pt x="5925250" y="683449"/>
                  <a:pt x="5984521" y="725131"/>
                  <a:pt x="6052207" y="756106"/>
                </a:cubicBezTo>
                <a:cubicBezTo>
                  <a:pt x="6123334" y="788611"/>
                  <a:pt x="6166545" y="830293"/>
                  <a:pt x="6158515" y="901419"/>
                </a:cubicBezTo>
                <a:cubicBezTo>
                  <a:pt x="6155073" y="930482"/>
                  <a:pt x="6164251" y="954955"/>
                  <a:pt x="6195990" y="966427"/>
                </a:cubicBezTo>
                <a:cubicBezTo>
                  <a:pt x="6235378" y="980576"/>
                  <a:pt x="6231172" y="1001990"/>
                  <a:pt x="6229642" y="1034878"/>
                </a:cubicBezTo>
                <a:cubicBezTo>
                  <a:pt x="6227347" y="1074265"/>
                  <a:pt x="6207080" y="1089562"/>
                  <a:pt x="6171516" y="1102946"/>
                </a:cubicBezTo>
                <a:cubicBezTo>
                  <a:pt x="6120657" y="1121682"/>
                  <a:pt x="6120274" y="1150745"/>
                  <a:pt x="6133659" y="1185545"/>
                </a:cubicBezTo>
                <a:cubicBezTo>
                  <a:pt x="6140925" y="1204664"/>
                  <a:pt x="6152014" y="1219961"/>
                  <a:pt x="6168458" y="1234110"/>
                </a:cubicBezTo>
                <a:cubicBezTo>
                  <a:pt x="6225435" y="1283439"/>
                  <a:pt x="6225053" y="1284204"/>
                  <a:pt x="6169222" y="1342712"/>
                </a:cubicBezTo>
                <a:cubicBezTo>
                  <a:pt x="6154308" y="1358390"/>
                  <a:pt x="6138247" y="1368715"/>
                  <a:pt x="6145131" y="1393954"/>
                </a:cubicBezTo>
                <a:cubicBezTo>
                  <a:pt x="6168458" y="1477700"/>
                  <a:pt x="6165398" y="1477700"/>
                  <a:pt x="6071709" y="1505233"/>
                </a:cubicBezTo>
                <a:cubicBezTo>
                  <a:pt x="6050295" y="1511734"/>
                  <a:pt x="6021615" y="1505998"/>
                  <a:pt x="6009378" y="1530089"/>
                </a:cubicBezTo>
                <a:cubicBezTo>
                  <a:pt x="6017026" y="1547680"/>
                  <a:pt x="5999053" y="1972146"/>
                  <a:pt x="6015879" y="1979030"/>
                </a:cubicBezTo>
                <a:cubicBezTo>
                  <a:pt x="6147425" y="2032948"/>
                  <a:pt x="6163868" y="2096427"/>
                  <a:pt x="6061385" y="2196234"/>
                </a:cubicBezTo>
                <a:cubicBezTo>
                  <a:pt x="5992552" y="2263155"/>
                  <a:pt x="6000582" y="2372522"/>
                  <a:pt x="6029263" y="2440972"/>
                </a:cubicBezTo>
                <a:cubicBezTo>
                  <a:pt x="6137482" y="2471182"/>
                  <a:pt x="6113774" y="2551486"/>
                  <a:pt x="6135571" y="2621848"/>
                </a:cubicBezTo>
                <a:cubicBezTo>
                  <a:pt x="6151632" y="2674620"/>
                  <a:pt x="6088535" y="2667354"/>
                  <a:pt x="6091594" y="2691446"/>
                </a:cubicBezTo>
                <a:cubicBezTo>
                  <a:pt x="6131364" y="2720508"/>
                  <a:pt x="6184518" y="2729686"/>
                  <a:pt x="6215493" y="2769456"/>
                </a:cubicBezTo>
                <a:cubicBezTo>
                  <a:pt x="6159662" y="2798518"/>
                  <a:pt x="6131364" y="2839435"/>
                  <a:pt x="6100389" y="2880352"/>
                </a:cubicBezTo>
                <a:cubicBezTo>
                  <a:pt x="6050295" y="2946890"/>
                  <a:pt x="5982227" y="3003103"/>
                  <a:pt x="5909953" y="3053963"/>
                </a:cubicBezTo>
                <a:cubicBezTo>
                  <a:pt x="5873243" y="3408068"/>
                  <a:pt x="5754698" y="3779763"/>
                  <a:pt x="5741696" y="3798118"/>
                </a:cubicBezTo>
                <a:cubicBezTo>
                  <a:pt x="5688160" y="3792764"/>
                  <a:pt x="5584146" y="4006910"/>
                  <a:pt x="5493899" y="4026795"/>
                </a:cubicBezTo>
                <a:cubicBezTo>
                  <a:pt x="5399063" y="4048592"/>
                  <a:pt x="3988763" y="4249736"/>
                  <a:pt x="3773471" y="4239028"/>
                </a:cubicBezTo>
                <a:cubicBezTo>
                  <a:pt x="2603319" y="4182050"/>
                  <a:pt x="2569285" y="4103275"/>
                  <a:pt x="2569285" y="4103275"/>
                </a:cubicBezTo>
                <a:cubicBezTo>
                  <a:pt x="2569285" y="4103275"/>
                  <a:pt x="2635823" y="4083773"/>
                  <a:pt x="2693948" y="4061593"/>
                </a:cubicBezTo>
                <a:cubicBezTo>
                  <a:pt x="2658767" y="4062741"/>
                  <a:pt x="2623587" y="4063505"/>
                  <a:pt x="2588788" y="4062358"/>
                </a:cubicBezTo>
                <a:cubicBezTo>
                  <a:pt x="2319193" y="4054328"/>
                  <a:pt x="2565461" y="4039414"/>
                  <a:pt x="2300073" y="4008822"/>
                </a:cubicBezTo>
                <a:cubicBezTo>
                  <a:pt x="1852280" y="3957198"/>
                  <a:pt x="1919582" y="3943813"/>
                  <a:pt x="1508500" y="3798118"/>
                </a:cubicBezTo>
                <a:cubicBezTo>
                  <a:pt x="1472171" y="3785116"/>
                  <a:pt x="1217109" y="3706342"/>
                  <a:pt x="1061089" y="3697546"/>
                </a:cubicBezTo>
                <a:cubicBezTo>
                  <a:pt x="1019790" y="3695252"/>
                  <a:pt x="974667" y="3696017"/>
                  <a:pt x="939102" y="3648216"/>
                </a:cubicBezTo>
                <a:cubicBezTo>
                  <a:pt x="1048088" y="3649746"/>
                  <a:pt x="1141776" y="3649746"/>
                  <a:pt x="1243495" y="3624890"/>
                </a:cubicBezTo>
                <a:cubicBezTo>
                  <a:pt x="1189194" y="3590473"/>
                  <a:pt x="1126862" y="3619919"/>
                  <a:pt x="1083651" y="3595827"/>
                </a:cubicBezTo>
                <a:cubicBezTo>
                  <a:pt x="1043116" y="3573648"/>
                  <a:pt x="1007935" y="3570589"/>
                  <a:pt x="966636" y="3605770"/>
                </a:cubicBezTo>
                <a:cubicBezTo>
                  <a:pt x="945221" y="3624125"/>
                  <a:pt x="907363" y="3620683"/>
                  <a:pt x="885566" y="3609976"/>
                </a:cubicBezTo>
                <a:cubicBezTo>
                  <a:pt x="768933" y="3552233"/>
                  <a:pt x="771610" y="3552998"/>
                  <a:pt x="641976" y="3567912"/>
                </a:cubicBezTo>
                <a:cubicBezTo>
                  <a:pt x="559377" y="3577089"/>
                  <a:pt x="475248" y="3593533"/>
                  <a:pt x="399533" y="3583590"/>
                </a:cubicBezTo>
                <a:cubicBezTo>
                  <a:pt x="389973" y="3561793"/>
                  <a:pt x="398385" y="3551851"/>
                  <a:pt x="409093" y="3548792"/>
                </a:cubicBezTo>
                <a:cubicBezTo>
                  <a:pt x="583468" y="3501374"/>
                  <a:pt x="615972" y="3447073"/>
                  <a:pt x="792642" y="3417628"/>
                </a:cubicBezTo>
                <a:cubicBezTo>
                  <a:pt x="805644" y="3384359"/>
                  <a:pt x="741400" y="3378622"/>
                  <a:pt x="771610" y="3345736"/>
                </a:cubicBezTo>
                <a:cubicBezTo>
                  <a:pt x="826676" y="3320115"/>
                  <a:pt x="891302" y="3350325"/>
                  <a:pt x="945986" y="3317056"/>
                </a:cubicBezTo>
                <a:cubicBezTo>
                  <a:pt x="936426" y="3293347"/>
                  <a:pt x="890537" y="3310555"/>
                  <a:pt x="892449" y="3285316"/>
                </a:cubicBezTo>
                <a:cubicBezTo>
                  <a:pt x="894744" y="3256254"/>
                  <a:pt x="926866" y="3260843"/>
                  <a:pt x="949045" y="3262755"/>
                </a:cubicBezTo>
                <a:cubicBezTo>
                  <a:pt x="1056500" y="3272697"/>
                  <a:pt x="1149806" y="3218396"/>
                  <a:pt x="1252673" y="3200041"/>
                </a:cubicBezTo>
                <a:cubicBezTo>
                  <a:pt x="1142923" y="3154152"/>
                  <a:pt x="503164" y="3190863"/>
                  <a:pt x="388825" y="3176714"/>
                </a:cubicBezTo>
                <a:cubicBezTo>
                  <a:pt x="269133" y="3162183"/>
                  <a:pt x="78697" y="3123560"/>
                  <a:pt x="127644" y="3111323"/>
                </a:cubicBezTo>
                <a:cubicBezTo>
                  <a:pt x="183093" y="3097175"/>
                  <a:pt x="380795" y="2929300"/>
                  <a:pt x="437008" y="2921652"/>
                </a:cubicBezTo>
                <a:cubicBezTo>
                  <a:pt x="502399" y="2912857"/>
                  <a:pt x="515401" y="2901002"/>
                  <a:pt x="601441" y="2840965"/>
                </a:cubicBezTo>
                <a:cubicBezTo>
                  <a:pt x="658037" y="2801577"/>
                  <a:pt x="422477" y="2887235"/>
                  <a:pt x="330700" y="2859320"/>
                </a:cubicBezTo>
                <a:cubicBezTo>
                  <a:pt x="297049" y="2848995"/>
                  <a:pt x="534521" y="2740010"/>
                  <a:pt x="534521" y="2720126"/>
                </a:cubicBezTo>
                <a:cubicBezTo>
                  <a:pt x="534521" y="2699093"/>
                  <a:pt x="513106" y="2694505"/>
                  <a:pt x="492839" y="2694505"/>
                </a:cubicBezTo>
                <a:cubicBezTo>
                  <a:pt x="447715" y="2694505"/>
                  <a:pt x="461482" y="2676149"/>
                  <a:pt x="416358" y="2677297"/>
                </a:cubicBezTo>
                <a:cubicBezTo>
                  <a:pt x="548670" y="2624143"/>
                  <a:pt x="630504" y="2638292"/>
                  <a:pt x="761285" y="2589726"/>
                </a:cubicBezTo>
                <a:cubicBezTo>
                  <a:pt x="825147" y="2566017"/>
                  <a:pt x="599147" y="2487242"/>
                  <a:pt x="664920" y="2466593"/>
                </a:cubicBezTo>
                <a:cubicBezTo>
                  <a:pt x="689776" y="2458562"/>
                  <a:pt x="723045" y="2466975"/>
                  <a:pt x="740253" y="2438677"/>
                </a:cubicBezTo>
                <a:cubicBezTo>
                  <a:pt x="713103" y="2416116"/>
                  <a:pt x="677157" y="2426058"/>
                  <a:pt x="650006" y="2435236"/>
                </a:cubicBezTo>
                <a:cubicBezTo>
                  <a:pt x="580791" y="2458945"/>
                  <a:pt x="585763" y="2453209"/>
                  <a:pt x="578879" y="2435618"/>
                </a:cubicBezTo>
                <a:cubicBezTo>
                  <a:pt x="556318" y="2375581"/>
                  <a:pt x="500487" y="2394701"/>
                  <a:pt x="451157" y="2404644"/>
                </a:cubicBezTo>
                <a:cubicBezTo>
                  <a:pt x="302020" y="2434471"/>
                  <a:pt x="150971" y="2426058"/>
                  <a:pt x="2216" y="2456650"/>
                </a:cubicBezTo>
                <a:cubicBezTo>
                  <a:pt x="-13844" y="2460092"/>
                  <a:pt x="61489" y="2391642"/>
                  <a:pt x="97052" y="2383611"/>
                </a:cubicBezTo>
                <a:cubicBezTo>
                  <a:pt x="135675" y="2375199"/>
                  <a:pt x="183093" y="2381317"/>
                  <a:pt x="210626" y="2341930"/>
                </a:cubicBezTo>
                <a:cubicBezTo>
                  <a:pt x="161678" y="2331987"/>
                  <a:pt x="105848" y="2351107"/>
                  <a:pt x="57282" y="2319750"/>
                </a:cubicBezTo>
                <a:cubicBezTo>
                  <a:pt x="165120" y="2276539"/>
                  <a:pt x="272575" y="2278068"/>
                  <a:pt x="365499" y="2250153"/>
                </a:cubicBezTo>
                <a:cubicBezTo>
                  <a:pt x="373912" y="2198529"/>
                  <a:pt x="312727" y="2217266"/>
                  <a:pt x="290548" y="2187821"/>
                </a:cubicBezTo>
                <a:cubicBezTo>
                  <a:pt x="990345" y="2137344"/>
                  <a:pt x="599529" y="1988207"/>
                  <a:pt x="482896" y="1906755"/>
                </a:cubicBezTo>
                <a:cubicBezTo>
                  <a:pt x="443891" y="1879605"/>
                  <a:pt x="853827" y="1750735"/>
                  <a:pt x="867211" y="1747294"/>
                </a:cubicBezTo>
                <a:cubicBezTo>
                  <a:pt x="901245" y="1739263"/>
                  <a:pt x="1036233" y="1744999"/>
                  <a:pt x="1063766" y="1734674"/>
                </a:cubicBezTo>
                <a:cubicBezTo>
                  <a:pt x="1098947" y="1721673"/>
                  <a:pt x="982696" y="1699111"/>
                  <a:pt x="1008701" y="1683432"/>
                </a:cubicBezTo>
                <a:cubicBezTo>
                  <a:pt x="1191107" y="1572918"/>
                  <a:pt x="1204107" y="1406573"/>
                  <a:pt x="1152865" y="1394719"/>
                </a:cubicBezTo>
                <a:cubicBezTo>
                  <a:pt x="1099712" y="1382482"/>
                  <a:pt x="1047706" y="1392042"/>
                  <a:pt x="998376" y="1411927"/>
                </a:cubicBezTo>
                <a:cubicBezTo>
                  <a:pt x="918070" y="1444431"/>
                  <a:pt x="362057" y="1398160"/>
                  <a:pt x="206419" y="1424164"/>
                </a:cubicBezTo>
                <a:cubicBezTo>
                  <a:pt x="182710" y="1427988"/>
                  <a:pt x="150589" y="1445196"/>
                  <a:pt x="128027" y="1413074"/>
                </a:cubicBezTo>
                <a:cubicBezTo>
                  <a:pt x="288254" y="1309060"/>
                  <a:pt x="493986" y="1338888"/>
                  <a:pt x="672950" y="1268143"/>
                </a:cubicBezTo>
                <a:cubicBezTo>
                  <a:pt x="602588" y="1219578"/>
                  <a:pt x="531079" y="1221873"/>
                  <a:pt x="457658" y="1229138"/>
                </a:cubicBezTo>
                <a:cubicBezTo>
                  <a:pt x="438538" y="1231050"/>
                  <a:pt x="412534" y="1233727"/>
                  <a:pt x="407945" y="1213459"/>
                </a:cubicBezTo>
                <a:cubicBezTo>
                  <a:pt x="402209" y="1187838"/>
                  <a:pt x="433184" y="1183250"/>
                  <a:pt x="453451" y="1172924"/>
                </a:cubicBezTo>
                <a:cubicBezTo>
                  <a:pt x="484426" y="1156863"/>
                  <a:pt x="530314" y="1175984"/>
                  <a:pt x="568172" y="1132007"/>
                </a:cubicBezTo>
                <a:cubicBezTo>
                  <a:pt x="453451" y="1142333"/>
                  <a:pt x="356704" y="1160305"/>
                  <a:pt x="255367" y="1190898"/>
                </a:cubicBezTo>
                <a:cubicBezTo>
                  <a:pt x="264162" y="1163747"/>
                  <a:pt x="294754" y="1151128"/>
                  <a:pt x="277546" y="1128567"/>
                </a:cubicBezTo>
                <a:cubicBezTo>
                  <a:pt x="264545" y="1111740"/>
                  <a:pt x="227452" y="1103709"/>
                  <a:pt x="246572" y="1072353"/>
                </a:cubicBezTo>
                <a:cubicBezTo>
                  <a:pt x="300490" y="1039083"/>
                  <a:pt x="376971" y="1047879"/>
                  <a:pt x="422859" y="1000078"/>
                </a:cubicBezTo>
                <a:cubicBezTo>
                  <a:pt x="487868" y="932012"/>
                  <a:pt x="588822" y="908684"/>
                  <a:pt x="668362" y="858972"/>
                </a:cubicBezTo>
                <a:cubicBezTo>
                  <a:pt x="694747" y="842911"/>
                  <a:pt x="867976" y="786699"/>
                  <a:pt x="914629" y="768725"/>
                </a:cubicBezTo>
                <a:cubicBezTo>
                  <a:pt x="979637" y="743486"/>
                  <a:pt x="1053823" y="734691"/>
                  <a:pt x="1117684" y="688420"/>
                </a:cubicBezTo>
                <a:cubicBezTo>
                  <a:pt x="1054970" y="678860"/>
                  <a:pt x="1004112" y="722072"/>
                  <a:pt x="928778" y="701040"/>
                </a:cubicBezTo>
                <a:cubicBezTo>
                  <a:pt x="1048088" y="656299"/>
                  <a:pt x="1157454" y="636031"/>
                  <a:pt x="1243877" y="574464"/>
                </a:cubicBezTo>
                <a:cubicBezTo>
                  <a:pt x="1254585" y="566816"/>
                  <a:pt x="1275617" y="569111"/>
                  <a:pt x="1291678" y="566434"/>
                </a:cubicBezTo>
                <a:cubicBezTo>
                  <a:pt x="1460699" y="539283"/>
                  <a:pt x="1630486" y="516339"/>
                  <a:pt x="1797596" y="476952"/>
                </a:cubicBezTo>
                <a:cubicBezTo>
                  <a:pt x="1835454" y="467774"/>
                  <a:pt x="1902374" y="465480"/>
                  <a:pt x="1895491" y="432593"/>
                </a:cubicBezTo>
                <a:cubicBezTo>
                  <a:pt x="1885166" y="383263"/>
                  <a:pt x="1822835" y="418444"/>
                  <a:pt x="1782682" y="423033"/>
                </a:cubicBezTo>
                <a:cubicBezTo>
                  <a:pt x="1658019" y="437947"/>
                  <a:pt x="1533356" y="463950"/>
                  <a:pt x="1406781" y="449419"/>
                </a:cubicBezTo>
                <a:cubicBezTo>
                  <a:pt x="1492056" y="431064"/>
                  <a:pt x="1576950" y="412326"/>
                  <a:pt x="1662226" y="393970"/>
                </a:cubicBezTo>
                <a:cubicBezTo>
                  <a:pt x="1564330" y="400471"/>
                  <a:pt x="1479055" y="357642"/>
                  <a:pt x="1383837" y="376762"/>
                </a:cubicBezTo>
                <a:cubicBezTo>
                  <a:pt x="1353244" y="382881"/>
                  <a:pt x="1321123" y="363378"/>
                  <a:pt x="1318063" y="333168"/>
                </a:cubicBezTo>
                <a:cubicBezTo>
                  <a:pt x="1314622" y="309077"/>
                  <a:pt x="1343302" y="298370"/>
                  <a:pt x="1365099" y="290722"/>
                </a:cubicBezTo>
                <a:cubicBezTo>
                  <a:pt x="1420930" y="271219"/>
                  <a:pt x="1465288" y="213477"/>
                  <a:pt x="1536798" y="244069"/>
                </a:cubicBezTo>
                <a:cubicBezTo>
                  <a:pt x="1581921" y="195886"/>
                  <a:pt x="1653813" y="188238"/>
                  <a:pt x="1711938" y="175619"/>
                </a:cubicBezTo>
                <a:cubicBezTo>
                  <a:pt x="1897403" y="135849"/>
                  <a:pt x="2085546" y="104874"/>
                  <a:pt x="2273687" y="78488"/>
                </a:cubicBezTo>
                <a:cubicBezTo>
                  <a:pt x="2397204" y="61280"/>
                  <a:pt x="2524544" y="68546"/>
                  <a:pt x="2646913" y="46749"/>
                </a:cubicBezTo>
                <a:cubicBezTo>
                  <a:pt x="2886297" y="4302"/>
                  <a:pt x="3124151" y="5450"/>
                  <a:pt x="3362388" y="861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495427"/>
            <a:ext cx="2800350" cy="4024310"/>
          </a:xfrm>
        </p:spPr>
        <p:txBody>
          <a:bodyPr>
            <a:normAutofit/>
          </a:bodyPr>
          <a:lstStyle/>
          <a:p>
            <a:r>
              <a:rPr lang="ro-RO" noProof="0" dirty="0"/>
              <a:t>Export și rapoarte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E077C74-3C7F-3E64-0121-33202FFDE5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2415511"/>
              </p:ext>
            </p:extLst>
          </p:nvPr>
        </p:nvGraphicFramePr>
        <p:xfrm>
          <a:off x="3526910" y="609600"/>
          <a:ext cx="4988440" cy="5567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lur blurry blue and white lights&#10;&#10;AI-generated content may be incorrect.">
            <a:extLst>
              <a:ext uri="{FF2B5EF4-FFF2-40B4-BE49-F238E27FC236}">
                <a16:creationId xmlns:a16="http://schemas.microsoft.com/office/drawing/2014/main" id="{92818187-88A5-DC67-5CCD-E3A551DD996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ro-RO" noProof="0" dirty="0"/>
              <a:t>Rezultatele aplicației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80FF526-FAF2-14B0-C15B-E8BA803056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4265835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B2814E-AF27-8579-6776-CAD8F06985F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ro-RO" noProof="0" dirty="0"/>
              <a:t>Contribuții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5D69877-3B5B-4FDD-5475-D525C5A57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559716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392</Words>
  <Application>Microsoft Office PowerPoint</Application>
  <PresentationFormat>On-screen Show (4:3)</PresentationFormat>
  <Paragraphs>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WeatherScheduler Planificator Meteo Orar</vt:lpstr>
      <vt:lpstr>Tema proiectului</vt:lpstr>
      <vt:lpstr>Obiectivele proiectului</vt:lpstr>
      <vt:lpstr>Arhitectura aplicației</vt:lpstr>
      <vt:lpstr>Funcționalități implementate</vt:lpstr>
      <vt:lpstr>Funcționalități implementate</vt:lpstr>
      <vt:lpstr>Export și rapoarte</vt:lpstr>
      <vt:lpstr>Rezultatele aplicației</vt:lpstr>
      <vt:lpstr>Contribuții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Sebastian Danalache</dc:creator>
  <cp:keywords/>
  <dc:description>generated using python-pptx</dc:description>
  <cp:lastModifiedBy>Sebastian Danalache</cp:lastModifiedBy>
  <cp:revision>5</cp:revision>
  <dcterms:created xsi:type="dcterms:W3CDTF">2013-01-27T09:14:16Z</dcterms:created>
  <dcterms:modified xsi:type="dcterms:W3CDTF">2025-12-29T14:34:16Z</dcterms:modified>
  <cp:category/>
</cp:coreProperties>
</file>